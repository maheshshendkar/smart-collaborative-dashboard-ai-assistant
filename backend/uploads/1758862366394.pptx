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6.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4" r:id="rId3"/>
    <p:sldMasterId id="2147483688" r:id="rId4"/>
    <p:sldMasterId id="2147483702" r:id="rId5"/>
    <p:sldMasterId id="2147483716" r:id="rId6"/>
    <p:sldMasterId id="2147483730" r:id="rId7"/>
    <p:sldMasterId id="2147483744" r:id="rId8"/>
    <p:sldMasterId id="2147483758" r:id="rId9"/>
  </p:sldMasterIdLst>
  <p:notesMasterIdLst>
    <p:notesMasterId r:id="rId31"/>
  </p:notesMasterIdLst>
  <p:sldIdLst>
    <p:sldId id="329" r:id="rId10"/>
    <p:sldId id="257" r:id="rId11"/>
    <p:sldId id="258" r:id="rId12"/>
    <p:sldId id="260" r:id="rId13"/>
    <p:sldId id="261" r:id="rId14"/>
    <p:sldId id="262" r:id="rId15"/>
    <p:sldId id="259" r:id="rId16"/>
    <p:sldId id="263" r:id="rId17"/>
    <p:sldId id="264" r:id="rId18"/>
    <p:sldId id="269" r:id="rId19"/>
    <p:sldId id="328" r:id="rId20"/>
    <p:sldId id="270" r:id="rId21"/>
    <p:sldId id="330" r:id="rId22"/>
    <p:sldId id="331" r:id="rId23"/>
    <p:sldId id="325" r:id="rId24"/>
    <p:sldId id="326" r:id="rId25"/>
    <p:sldId id="265" r:id="rId26"/>
    <p:sldId id="266" r:id="rId27"/>
    <p:sldId id="267" r:id="rId28"/>
    <p:sldId id="327" r:id="rId29"/>
    <p:sldId id="268"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iLtN4m9okjOtrAdHN3N+umZbJK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3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2383D-F457-4C8A-B949-4FD58A4041D6}" v="72" dt="2025-09-13T02:56:35.805"/>
    <p1510:client id="{6D99C362-CE42-4AFF-B18A-DC3CEA7FD256}" v="754" dt="2025-09-12T10:38:28.056"/>
  </p1510:revLst>
</p1510:revInfo>
</file>

<file path=ppt/tableStyles.xml><?xml version="1.0" encoding="utf-8"?>
<a:tblStyleLst xmlns:a="http://schemas.openxmlformats.org/drawingml/2006/main" def="{AFAE393C-F8AA-4918-ABC8-B2812CB08CFE}">
  <a:tblStyle styleId="{AFAE393C-F8AA-4918-ABC8-B2812CB08CF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9CAA7B2-A04D-46ED-B5DE-FEF1A114C4F6}"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60"/>
  </p:normalViewPr>
  <p:slideViewPr>
    <p:cSldViewPr snapToGrid="0">
      <p:cViewPr varScale="1">
        <p:scale>
          <a:sx n="70" d="100"/>
          <a:sy n="70" d="100"/>
        </p:scale>
        <p:origin x="13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customschemas.google.com/relationships/presentationmetadata" Target="metadata"/><Relationship Id="rId37"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987051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3251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9" name="Google Shape;9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0715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8" name="Google Shape;95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039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6" name="Google Shape;97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920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6" name="Google Shape;98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01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6" name="Google Shape;99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272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7" name="Google Shape;96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6108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6" name="Google Shape;10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563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552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xmlns="" id="{7C394D2B-27D7-F3F5-6EDB-81DFEB5DE60C}"/>
            </a:ext>
          </a:extLst>
        </p:cNvPr>
        <p:cNvGrpSpPr/>
        <p:nvPr/>
      </p:nvGrpSpPr>
      <p:grpSpPr>
        <a:xfrm>
          <a:off x="0" y="0"/>
          <a:ext cx="0" cy="0"/>
          <a:chOff x="0" y="0"/>
          <a:chExt cx="0" cy="0"/>
        </a:xfrm>
      </p:grpSpPr>
      <p:sp>
        <p:nvSpPr>
          <p:cNvPr id="1014" name="Google Shape;1014;p9:notes">
            <a:extLst>
              <a:ext uri="{FF2B5EF4-FFF2-40B4-BE49-F238E27FC236}">
                <a16:creationId xmlns:a16="http://schemas.microsoft.com/office/drawing/2014/main" xmlns="" id="{882050A5-40CA-0D17-B7D2-53A7AAC227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a:extLst>
              <a:ext uri="{FF2B5EF4-FFF2-40B4-BE49-F238E27FC236}">
                <a16:creationId xmlns:a16="http://schemas.microsoft.com/office/drawing/2014/main" xmlns="" id="{812AF7B9-C723-76B0-8067-30259BCAC94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490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xmlns="" id="{F5C02DD9-3078-D143-FF82-F496D9661129}"/>
            </a:ext>
          </a:extLst>
        </p:cNvPr>
        <p:cNvGrpSpPr/>
        <p:nvPr/>
      </p:nvGrpSpPr>
      <p:grpSpPr>
        <a:xfrm>
          <a:off x="0" y="0"/>
          <a:ext cx="0" cy="0"/>
          <a:chOff x="0" y="0"/>
          <a:chExt cx="0" cy="0"/>
        </a:xfrm>
      </p:grpSpPr>
      <p:sp>
        <p:nvSpPr>
          <p:cNvPr id="1014" name="Google Shape;1014;p9:notes">
            <a:extLst>
              <a:ext uri="{FF2B5EF4-FFF2-40B4-BE49-F238E27FC236}">
                <a16:creationId xmlns:a16="http://schemas.microsoft.com/office/drawing/2014/main" xmlns="" id="{3B69DD10-6684-1E0A-C17F-F984E2433E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a:extLst>
              <a:ext uri="{FF2B5EF4-FFF2-40B4-BE49-F238E27FC236}">
                <a16:creationId xmlns:a16="http://schemas.microsoft.com/office/drawing/2014/main" xmlns="" id="{8BE424A6-E0C7-5B50-BB5B-E89CE4C9917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6116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552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367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111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5" name="Google Shape;102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2576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4" name="Google Shape;103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937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3" name="Google Shape;104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236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a:extLst>
            <a:ext uri="{FF2B5EF4-FFF2-40B4-BE49-F238E27FC236}">
              <a16:creationId xmlns:a16="http://schemas.microsoft.com/office/drawing/2014/main" xmlns="" id="{FD0C4C0B-3F83-1EFA-1858-F8E10FAE0FBF}"/>
            </a:ext>
          </a:extLst>
        </p:cNvPr>
        <p:cNvGrpSpPr/>
        <p:nvPr/>
      </p:nvGrpSpPr>
      <p:grpSpPr>
        <a:xfrm>
          <a:off x="0" y="0"/>
          <a:ext cx="0" cy="0"/>
          <a:chOff x="0" y="0"/>
          <a:chExt cx="0" cy="0"/>
        </a:xfrm>
      </p:grpSpPr>
      <p:sp>
        <p:nvSpPr>
          <p:cNvPr id="1042" name="Google Shape;1042;p16:notes">
            <a:extLst>
              <a:ext uri="{FF2B5EF4-FFF2-40B4-BE49-F238E27FC236}">
                <a16:creationId xmlns:a16="http://schemas.microsoft.com/office/drawing/2014/main" xmlns="" id="{06B93A2A-47BC-05A0-C414-71A09082C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3" name="Google Shape;1043;p16:notes">
            <a:extLst>
              <a:ext uri="{FF2B5EF4-FFF2-40B4-BE49-F238E27FC236}">
                <a16:creationId xmlns:a16="http://schemas.microsoft.com/office/drawing/2014/main" xmlns="" id="{42D86F7D-04A7-7109-84DB-3270BC86D8E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844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3" name="Google Shape;105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9645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19"/>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19"/>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6" name="Google Shape;16;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7"/>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3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3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40"/>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0"/>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0"/>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0"/>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0"/>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4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4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4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43"/>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43"/>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4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4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4"/>
          <p:cNvSpPr>
            <a:spLocks noGrp="1"/>
          </p:cNvSpPr>
          <p:nvPr>
            <p:ph type="pic" idx="2"/>
          </p:nvPr>
        </p:nvSpPr>
        <p:spPr>
          <a:xfrm>
            <a:off x="3887391" y="987426"/>
            <a:ext cx="4629150" cy="4873625"/>
          </a:xfrm>
          <a:prstGeom prst="rect">
            <a:avLst/>
          </a:prstGeom>
          <a:noFill/>
          <a:ln>
            <a:noFill/>
          </a:ln>
        </p:spPr>
      </p:sp>
      <p:sp>
        <p:nvSpPr>
          <p:cNvPr id="66" name="Google Shape;66;p44"/>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4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4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45"/>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4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46"/>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6"/>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4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95" name="Google Shape;9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8"/>
        <p:cNvGrpSpPr/>
        <p:nvPr/>
      </p:nvGrpSpPr>
      <p:grpSpPr>
        <a:xfrm>
          <a:off x="0" y="0"/>
          <a:ext cx="0" cy="0"/>
          <a:chOff x="0" y="0"/>
          <a:chExt cx="0" cy="0"/>
        </a:xfrm>
      </p:grpSpPr>
      <p:sp>
        <p:nvSpPr>
          <p:cNvPr id="99" name="Google Shape;99;p4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0" name="Google Shape;100;p4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01" name="Google Shape;101;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4"/>
        <p:cNvGrpSpPr/>
        <p:nvPr/>
      </p:nvGrpSpPr>
      <p:grpSpPr>
        <a:xfrm>
          <a:off x="0" y="0"/>
          <a:ext cx="0" cy="0"/>
          <a:chOff x="0" y="0"/>
          <a:chExt cx="0" cy="0"/>
        </a:xfrm>
      </p:grpSpPr>
      <p:sp>
        <p:nvSpPr>
          <p:cNvPr id="105" name="Google Shape;105;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7" name="Google Shape;107;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0"/>
        <p:cNvGrpSpPr/>
        <p:nvPr/>
      </p:nvGrpSpPr>
      <p:grpSpPr>
        <a:xfrm>
          <a:off x="0" y="0"/>
          <a:ext cx="0" cy="0"/>
          <a:chOff x="0" y="0"/>
          <a:chExt cx="0" cy="0"/>
        </a:xfrm>
      </p:grpSpPr>
      <p:sp>
        <p:nvSpPr>
          <p:cNvPr id="111" name="Google Shape;111;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2" name="Google Shape;112;p4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3" name="Google Shape;113;p4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4" name="Google Shape;114;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7"/>
        <p:cNvGrpSpPr/>
        <p:nvPr/>
      </p:nvGrpSpPr>
      <p:grpSpPr>
        <a:xfrm>
          <a:off x="0" y="0"/>
          <a:ext cx="0" cy="0"/>
          <a:chOff x="0" y="0"/>
          <a:chExt cx="0" cy="0"/>
        </a:xfrm>
      </p:grpSpPr>
      <p:sp>
        <p:nvSpPr>
          <p:cNvPr id="118" name="Google Shape;118;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5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5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5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2" name="Google Shape;122;p5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3" name="Google Shape;123;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sp>
        <p:nvSpPr>
          <p:cNvPr id="127" name="Google Shape;127;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8" name="Google Shape;128;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
        <p:nvSpPr>
          <p:cNvPr id="132" name="Google Shape;132;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5"/>
        <p:cNvGrpSpPr/>
        <p:nvPr/>
      </p:nvGrpSpPr>
      <p:grpSpPr>
        <a:xfrm>
          <a:off x="0" y="0"/>
          <a:ext cx="0" cy="0"/>
          <a:chOff x="0" y="0"/>
          <a:chExt cx="0" cy="0"/>
        </a:xfrm>
      </p:grpSpPr>
      <p:sp>
        <p:nvSpPr>
          <p:cNvPr id="136" name="Google Shape;136;p5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5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8" name="Google Shape;138;p5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9" name="Google Shape;139;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2"/>
        <p:cNvGrpSpPr/>
        <p:nvPr/>
      </p:nvGrpSpPr>
      <p:grpSpPr>
        <a:xfrm>
          <a:off x="0" y="0"/>
          <a:ext cx="0" cy="0"/>
          <a:chOff x="0" y="0"/>
          <a:chExt cx="0" cy="0"/>
        </a:xfrm>
      </p:grpSpPr>
      <p:sp>
        <p:nvSpPr>
          <p:cNvPr id="143" name="Google Shape;143;p5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4" name="Google Shape;144;p54"/>
          <p:cNvSpPr>
            <a:spLocks noGrp="1"/>
          </p:cNvSpPr>
          <p:nvPr>
            <p:ph type="pic" idx="2"/>
          </p:nvPr>
        </p:nvSpPr>
        <p:spPr>
          <a:xfrm>
            <a:off x="1792288" y="612775"/>
            <a:ext cx="5486400" cy="4114800"/>
          </a:xfrm>
          <a:prstGeom prst="rect">
            <a:avLst/>
          </a:prstGeom>
          <a:noFill/>
          <a:ln>
            <a:noFill/>
          </a:ln>
        </p:spPr>
      </p:sp>
      <p:sp>
        <p:nvSpPr>
          <p:cNvPr id="145" name="Google Shape;145;p5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6" name="Google Shape;146;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9"/>
        <p:cNvGrpSpPr/>
        <p:nvPr/>
      </p:nvGrpSpPr>
      <p:grpSpPr>
        <a:xfrm>
          <a:off x="0" y="0"/>
          <a:ext cx="0" cy="0"/>
          <a:chOff x="0" y="0"/>
          <a:chExt cx="0" cy="0"/>
        </a:xfrm>
      </p:grpSpPr>
      <p:sp>
        <p:nvSpPr>
          <p:cNvPr id="150" name="Google Shape;150;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1" name="Google Shape;151;p5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5"/>
        <p:cNvGrpSpPr/>
        <p:nvPr/>
      </p:nvGrpSpPr>
      <p:grpSpPr>
        <a:xfrm>
          <a:off x="0" y="0"/>
          <a:ext cx="0" cy="0"/>
          <a:chOff x="0" y="0"/>
          <a:chExt cx="0" cy="0"/>
        </a:xfrm>
      </p:grpSpPr>
      <p:sp>
        <p:nvSpPr>
          <p:cNvPr id="156" name="Google Shape;156;p5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7" name="Google Shape;157;p5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8" name="Google Shape;158;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161"/>
        <p:cNvGrpSpPr/>
        <p:nvPr/>
      </p:nvGrpSpPr>
      <p:grpSpPr>
        <a:xfrm>
          <a:off x="0" y="0"/>
          <a:ext cx="0" cy="0"/>
          <a:chOff x="0" y="0"/>
          <a:chExt cx="0" cy="0"/>
        </a:xfrm>
      </p:grpSpPr>
      <p:sp>
        <p:nvSpPr>
          <p:cNvPr id="162" name="Google Shape;162;p57"/>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3" name="Google Shape;163;p57"/>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4" name="Google Shape;164;p57"/>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5" name="Google Shape;165;p57"/>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166" name="Google Shape;166;p57"/>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167" name="Google Shape;167;p57"/>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168" name="Google Shape;168;p57"/>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169" name="Google Shape;169;p57"/>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170" name="Google Shape;170;p57"/>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171" name="Google Shape;171;p57"/>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172" name="Google Shape;172;p57"/>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3" name="Google Shape;173;p57"/>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4" name="Google Shape;174;p57"/>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5" name="Google Shape;175;p57"/>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6" name="Google Shape;176;p57"/>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7" name="Google Shape;177;p57"/>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8" name="Google Shape;178;p57"/>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179" name="Google Shape;179;p57"/>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0" name="Google Shape;180;p57"/>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57"/>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57"/>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183"/>
        <p:cNvGrpSpPr/>
        <p:nvPr/>
      </p:nvGrpSpPr>
      <p:grpSpPr>
        <a:xfrm>
          <a:off x="0" y="0"/>
          <a:ext cx="0" cy="0"/>
          <a:chOff x="0" y="0"/>
          <a:chExt cx="0" cy="0"/>
        </a:xfrm>
      </p:grpSpPr>
      <p:sp>
        <p:nvSpPr>
          <p:cNvPr id="184" name="Google Shape;184;p58"/>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5" name="Google Shape;185;p58"/>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6" name="Google Shape;186;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9"/>
        <p:cNvGrpSpPr/>
        <p:nvPr/>
      </p:nvGrpSpPr>
      <p:grpSpPr>
        <a:xfrm>
          <a:off x="0" y="0"/>
          <a:ext cx="0" cy="0"/>
          <a:chOff x="0" y="0"/>
          <a:chExt cx="0" cy="0"/>
        </a:xfrm>
      </p:grpSpPr>
      <p:sp>
        <p:nvSpPr>
          <p:cNvPr id="200" name="Google Shape;200;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1" name="Google Shape;201;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02" name="Google Shape;20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5"/>
        <p:cNvGrpSpPr/>
        <p:nvPr/>
      </p:nvGrpSpPr>
      <p:grpSpPr>
        <a:xfrm>
          <a:off x="0" y="0"/>
          <a:ext cx="0" cy="0"/>
          <a:chOff x="0" y="0"/>
          <a:chExt cx="0" cy="0"/>
        </a:xfrm>
      </p:grpSpPr>
      <p:sp>
        <p:nvSpPr>
          <p:cNvPr id="206" name="Google Shape;206;p8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7" name="Google Shape;207;p8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8" name="Google Shape;208;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1"/>
        <p:cNvGrpSpPr/>
        <p:nvPr/>
      </p:nvGrpSpPr>
      <p:grpSpPr>
        <a:xfrm>
          <a:off x="0" y="0"/>
          <a:ext cx="0" cy="0"/>
          <a:chOff x="0" y="0"/>
          <a:chExt cx="0" cy="0"/>
        </a:xfrm>
      </p:grpSpPr>
      <p:sp>
        <p:nvSpPr>
          <p:cNvPr id="212" name="Google Shape;212;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3" name="Google Shape;213;p8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8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8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8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7"/>
        <p:cNvGrpSpPr/>
        <p:nvPr/>
      </p:nvGrpSpPr>
      <p:grpSpPr>
        <a:xfrm>
          <a:off x="0" y="0"/>
          <a:ext cx="0" cy="0"/>
          <a:chOff x="0" y="0"/>
          <a:chExt cx="0" cy="0"/>
        </a:xfrm>
      </p:grpSpPr>
      <p:sp>
        <p:nvSpPr>
          <p:cNvPr id="218" name="Google Shape;218;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9" name="Google Shape;219;p8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20" name="Google Shape;220;p8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21" name="Google Shape;221;p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4"/>
        <p:cNvGrpSpPr/>
        <p:nvPr/>
      </p:nvGrpSpPr>
      <p:grpSpPr>
        <a:xfrm>
          <a:off x="0" y="0"/>
          <a:ext cx="0" cy="0"/>
          <a:chOff x="0" y="0"/>
          <a:chExt cx="0" cy="0"/>
        </a:xfrm>
      </p:grpSpPr>
      <p:sp>
        <p:nvSpPr>
          <p:cNvPr id="225" name="Google Shape;225;p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6" name="Google Shape;226;p8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27" name="Google Shape;227;p8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28" name="Google Shape;228;p8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29" name="Google Shape;229;p8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30" name="Google Shape;230;p8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8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8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3"/>
        <p:cNvGrpSpPr/>
        <p:nvPr/>
      </p:nvGrpSpPr>
      <p:grpSpPr>
        <a:xfrm>
          <a:off x="0" y="0"/>
          <a:ext cx="0" cy="0"/>
          <a:chOff x="0" y="0"/>
          <a:chExt cx="0" cy="0"/>
        </a:xfrm>
      </p:grpSpPr>
      <p:sp>
        <p:nvSpPr>
          <p:cNvPr id="234" name="Google Shape;234;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5" name="Google Shape;235;p8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8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8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8"/>
        <p:cNvGrpSpPr/>
        <p:nvPr/>
      </p:nvGrpSpPr>
      <p:grpSpPr>
        <a:xfrm>
          <a:off x="0" y="0"/>
          <a:ext cx="0" cy="0"/>
          <a:chOff x="0" y="0"/>
          <a:chExt cx="0" cy="0"/>
        </a:xfrm>
      </p:grpSpPr>
      <p:sp>
        <p:nvSpPr>
          <p:cNvPr id="239" name="Google Shape;239;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2"/>
        <p:cNvGrpSpPr/>
        <p:nvPr/>
      </p:nvGrpSpPr>
      <p:grpSpPr>
        <a:xfrm>
          <a:off x="0" y="0"/>
          <a:ext cx="0" cy="0"/>
          <a:chOff x="0" y="0"/>
          <a:chExt cx="0" cy="0"/>
        </a:xfrm>
      </p:grpSpPr>
      <p:sp>
        <p:nvSpPr>
          <p:cNvPr id="243" name="Google Shape;243;p8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4" name="Google Shape;244;p8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45" name="Google Shape;245;p8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46" name="Google Shape;246;p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9"/>
        <p:cNvGrpSpPr/>
        <p:nvPr/>
      </p:nvGrpSpPr>
      <p:grpSpPr>
        <a:xfrm>
          <a:off x="0" y="0"/>
          <a:ext cx="0" cy="0"/>
          <a:chOff x="0" y="0"/>
          <a:chExt cx="0" cy="0"/>
        </a:xfrm>
      </p:grpSpPr>
      <p:sp>
        <p:nvSpPr>
          <p:cNvPr id="250" name="Google Shape;250;p9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1" name="Google Shape;251;p90"/>
          <p:cNvSpPr>
            <a:spLocks noGrp="1"/>
          </p:cNvSpPr>
          <p:nvPr>
            <p:ph type="pic" idx="2"/>
          </p:nvPr>
        </p:nvSpPr>
        <p:spPr>
          <a:xfrm>
            <a:off x="1792288" y="612775"/>
            <a:ext cx="5486400" cy="4114800"/>
          </a:xfrm>
          <a:prstGeom prst="rect">
            <a:avLst/>
          </a:prstGeom>
          <a:noFill/>
          <a:ln>
            <a:noFill/>
          </a:ln>
        </p:spPr>
      </p:sp>
      <p:sp>
        <p:nvSpPr>
          <p:cNvPr id="252" name="Google Shape;252;p9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53" name="Google Shape;253;p9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9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9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6"/>
        <p:cNvGrpSpPr/>
        <p:nvPr/>
      </p:nvGrpSpPr>
      <p:grpSpPr>
        <a:xfrm>
          <a:off x="0" y="0"/>
          <a:ext cx="0" cy="0"/>
          <a:chOff x="0" y="0"/>
          <a:chExt cx="0" cy="0"/>
        </a:xfrm>
      </p:grpSpPr>
      <p:sp>
        <p:nvSpPr>
          <p:cNvPr id="257" name="Google Shape;257;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8" name="Google Shape;258;p9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9" name="Google Shape;259;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62"/>
        <p:cNvGrpSpPr/>
        <p:nvPr/>
      </p:nvGrpSpPr>
      <p:grpSpPr>
        <a:xfrm>
          <a:off x="0" y="0"/>
          <a:ext cx="0" cy="0"/>
          <a:chOff x="0" y="0"/>
          <a:chExt cx="0" cy="0"/>
        </a:xfrm>
      </p:grpSpPr>
      <p:sp>
        <p:nvSpPr>
          <p:cNvPr id="263" name="Google Shape;263;p9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4" name="Google Shape;264;p9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5" name="Google Shape;265;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268"/>
        <p:cNvGrpSpPr/>
        <p:nvPr/>
      </p:nvGrpSpPr>
      <p:grpSpPr>
        <a:xfrm>
          <a:off x="0" y="0"/>
          <a:ext cx="0" cy="0"/>
          <a:chOff x="0" y="0"/>
          <a:chExt cx="0" cy="0"/>
        </a:xfrm>
      </p:grpSpPr>
      <p:sp>
        <p:nvSpPr>
          <p:cNvPr id="269" name="Google Shape;269;p93"/>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0" name="Google Shape;270;p93"/>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1" name="Google Shape;271;p93"/>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2" name="Google Shape;272;p93"/>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273" name="Google Shape;273;p93"/>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274" name="Google Shape;274;p93"/>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275" name="Google Shape;275;p93"/>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276" name="Google Shape;276;p93"/>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277" name="Google Shape;277;p93"/>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278" name="Google Shape;278;p93"/>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279" name="Google Shape;279;p93"/>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0" name="Google Shape;280;p93"/>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1" name="Google Shape;281;p93"/>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2" name="Google Shape;282;p93"/>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3" name="Google Shape;283;p93"/>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4" name="Google Shape;284;p93"/>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5" name="Google Shape;285;p93"/>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286" name="Google Shape;286;p93"/>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7" name="Google Shape;287;p93"/>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93"/>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9" name="Google Shape;289;p93"/>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290"/>
        <p:cNvGrpSpPr/>
        <p:nvPr/>
      </p:nvGrpSpPr>
      <p:grpSpPr>
        <a:xfrm>
          <a:off x="0" y="0"/>
          <a:ext cx="0" cy="0"/>
          <a:chOff x="0" y="0"/>
          <a:chExt cx="0" cy="0"/>
        </a:xfrm>
      </p:grpSpPr>
      <p:sp>
        <p:nvSpPr>
          <p:cNvPr id="291" name="Google Shape;291;p94"/>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2" name="Google Shape;292;p94"/>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3" name="Google Shape;293;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94" name="Google Shape;294;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6"/>
        <p:cNvGrpSpPr/>
        <p:nvPr/>
      </p:nvGrpSpPr>
      <p:grpSpPr>
        <a:xfrm>
          <a:off x="0" y="0"/>
          <a:ext cx="0" cy="0"/>
          <a:chOff x="0" y="0"/>
          <a:chExt cx="0" cy="0"/>
        </a:xfrm>
      </p:grpSpPr>
      <p:sp>
        <p:nvSpPr>
          <p:cNvPr id="307" name="Google Shape;307;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8" name="Google Shape;308;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9" name="Google Shape;30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2"/>
        <p:cNvGrpSpPr/>
        <p:nvPr/>
      </p:nvGrpSpPr>
      <p:grpSpPr>
        <a:xfrm>
          <a:off x="0" y="0"/>
          <a:ext cx="0" cy="0"/>
          <a:chOff x="0" y="0"/>
          <a:chExt cx="0" cy="0"/>
        </a:xfrm>
      </p:grpSpPr>
      <p:sp>
        <p:nvSpPr>
          <p:cNvPr id="313" name="Google Shape;313;p5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4" name="Google Shape;314;p5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15" name="Google Shape;315;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6" name="Google Shape;316;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8"/>
        <p:cNvGrpSpPr/>
        <p:nvPr/>
      </p:nvGrpSpPr>
      <p:grpSpPr>
        <a:xfrm>
          <a:off x="0" y="0"/>
          <a:ext cx="0" cy="0"/>
          <a:chOff x="0" y="0"/>
          <a:chExt cx="0" cy="0"/>
        </a:xfrm>
      </p:grpSpPr>
      <p:sp>
        <p:nvSpPr>
          <p:cNvPr id="319" name="Google Shape;319;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0" name="Google Shape;320;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1" name="Google Shape;321;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4"/>
        <p:cNvGrpSpPr/>
        <p:nvPr/>
      </p:nvGrpSpPr>
      <p:grpSpPr>
        <a:xfrm>
          <a:off x="0" y="0"/>
          <a:ext cx="0" cy="0"/>
          <a:chOff x="0" y="0"/>
          <a:chExt cx="0" cy="0"/>
        </a:xfrm>
      </p:grpSpPr>
      <p:sp>
        <p:nvSpPr>
          <p:cNvPr id="325" name="Google Shape;325;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6" name="Google Shape;326;p6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7" name="Google Shape;327;p6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8" name="Google Shape;328;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1"/>
        <p:cNvGrpSpPr/>
        <p:nvPr/>
      </p:nvGrpSpPr>
      <p:grpSpPr>
        <a:xfrm>
          <a:off x="0" y="0"/>
          <a:ext cx="0" cy="0"/>
          <a:chOff x="0" y="0"/>
          <a:chExt cx="0" cy="0"/>
        </a:xfrm>
      </p:grpSpPr>
      <p:sp>
        <p:nvSpPr>
          <p:cNvPr id="332" name="Google Shape;332;p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3" name="Google Shape;333;p6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34" name="Google Shape;334;p6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35" name="Google Shape;335;p6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36" name="Google Shape;336;p6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37" name="Google Shape;337;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0"/>
        <p:cNvGrpSpPr/>
        <p:nvPr/>
      </p:nvGrpSpPr>
      <p:grpSpPr>
        <a:xfrm>
          <a:off x="0" y="0"/>
          <a:ext cx="0" cy="0"/>
          <a:chOff x="0" y="0"/>
          <a:chExt cx="0" cy="0"/>
        </a:xfrm>
      </p:grpSpPr>
      <p:sp>
        <p:nvSpPr>
          <p:cNvPr id="341" name="Google Shape;341;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2" name="Google Shape;3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5"/>
        <p:cNvGrpSpPr/>
        <p:nvPr/>
      </p:nvGrpSpPr>
      <p:grpSpPr>
        <a:xfrm>
          <a:off x="0" y="0"/>
          <a:ext cx="0" cy="0"/>
          <a:chOff x="0" y="0"/>
          <a:chExt cx="0" cy="0"/>
        </a:xfrm>
      </p:grpSpPr>
      <p:sp>
        <p:nvSpPr>
          <p:cNvPr id="346" name="Google Shape;346;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7" name="Google Shape;347;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8" name="Google Shape;348;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49"/>
        <p:cNvGrpSpPr/>
        <p:nvPr/>
      </p:nvGrpSpPr>
      <p:grpSpPr>
        <a:xfrm>
          <a:off x="0" y="0"/>
          <a:ext cx="0" cy="0"/>
          <a:chOff x="0" y="0"/>
          <a:chExt cx="0" cy="0"/>
        </a:xfrm>
      </p:grpSpPr>
      <p:sp>
        <p:nvSpPr>
          <p:cNvPr id="350" name="Google Shape;350;p6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1" name="Google Shape;351;p6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52" name="Google Shape;352;p6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53" name="Google Shape;353;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4" name="Google Shape;354;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6"/>
        <p:cNvGrpSpPr/>
        <p:nvPr/>
      </p:nvGrpSpPr>
      <p:grpSpPr>
        <a:xfrm>
          <a:off x="0" y="0"/>
          <a:ext cx="0" cy="0"/>
          <a:chOff x="0" y="0"/>
          <a:chExt cx="0" cy="0"/>
        </a:xfrm>
      </p:grpSpPr>
      <p:sp>
        <p:nvSpPr>
          <p:cNvPr id="357" name="Google Shape;357;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8" name="Google Shape;358;p66"/>
          <p:cNvSpPr>
            <a:spLocks noGrp="1"/>
          </p:cNvSpPr>
          <p:nvPr>
            <p:ph type="pic" idx="2"/>
          </p:nvPr>
        </p:nvSpPr>
        <p:spPr>
          <a:xfrm>
            <a:off x="1792288" y="612775"/>
            <a:ext cx="5486400" cy="4114800"/>
          </a:xfrm>
          <a:prstGeom prst="rect">
            <a:avLst/>
          </a:prstGeom>
          <a:noFill/>
          <a:ln>
            <a:noFill/>
          </a:ln>
        </p:spPr>
      </p:sp>
      <p:sp>
        <p:nvSpPr>
          <p:cNvPr id="359" name="Google Shape;359;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60" name="Google Shape;360;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63"/>
        <p:cNvGrpSpPr/>
        <p:nvPr/>
      </p:nvGrpSpPr>
      <p:grpSpPr>
        <a:xfrm>
          <a:off x="0" y="0"/>
          <a:ext cx="0" cy="0"/>
          <a:chOff x="0" y="0"/>
          <a:chExt cx="0" cy="0"/>
        </a:xfrm>
      </p:grpSpPr>
      <p:sp>
        <p:nvSpPr>
          <p:cNvPr id="364" name="Google Shape;364;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5" name="Google Shape;365;p6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6" name="Google Shape;366;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7" name="Google Shape;367;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69"/>
        <p:cNvGrpSpPr/>
        <p:nvPr/>
      </p:nvGrpSpPr>
      <p:grpSpPr>
        <a:xfrm>
          <a:off x="0" y="0"/>
          <a:ext cx="0" cy="0"/>
          <a:chOff x="0" y="0"/>
          <a:chExt cx="0" cy="0"/>
        </a:xfrm>
      </p:grpSpPr>
      <p:sp>
        <p:nvSpPr>
          <p:cNvPr id="370" name="Google Shape;370;p6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1" name="Google Shape;371;p6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2" name="Google Shape;372;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375"/>
        <p:cNvGrpSpPr/>
        <p:nvPr/>
      </p:nvGrpSpPr>
      <p:grpSpPr>
        <a:xfrm>
          <a:off x="0" y="0"/>
          <a:ext cx="0" cy="0"/>
          <a:chOff x="0" y="0"/>
          <a:chExt cx="0" cy="0"/>
        </a:xfrm>
      </p:grpSpPr>
      <p:sp>
        <p:nvSpPr>
          <p:cNvPr id="376" name="Google Shape;376;p69"/>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7" name="Google Shape;377;p69"/>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8" name="Google Shape;378;p69"/>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9" name="Google Shape;379;p69"/>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380" name="Google Shape;380;p69"/>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381" name="Google Shape;381;p69"/>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382" name="Google Shape;382;p69"/>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383" name="Google Shape;383;p69"/>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384" name="Google Shape;384;p69"/>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385" name="Google Shape;385;p69"/>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386" name="Google Shape;386;p69"/>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7" name="Google Shape;387;p69"/>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8" name="Google Shape;388;p69"/>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9" name="Google Shape;389;p69"/>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0" name="Google Shape;390;p69"/>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1" name="Google Shape;391;p69"/>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2" name="Google Shape;392;p69"/>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393" name="Google Shape;393;p69"/>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4" name="Google Shape;394;p69"/>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69"/>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6" name="Google Shape;396;p69"/>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397"/>
        <p:cNvGrpSpPr/>
        <p:nvPr/>
      </p:nvGrpSpPr>
      <p:grpSpPr>
        <a:xfrm>
          <a:off x="0" y="0"/>
          <a:ext cx="0" cy="0"/>
          <a:chOff x="0" y="0"/>
          <a:chExt cx="0" cy="0"/>
        </a:xfrm>
      </p:grpSpPr>
      <p:sp>
        <p:nvSpPr>
          <p:cNvPr id="398" name="Google Shape;398;p70"/>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9" name="Google Shape;399;p70"/>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0" name="Google Shape;400;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01" name="Google Shape;401;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2" name="Google Shape;402;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3"/>
        <p:cNvGrpSpPr/>
        <p:nvPr/>
      </p:nvGrpSpPr>
      <p:grpSpPr>
        <a:xfrm>
          <a:off x="0" y="0"/>
          <a:ext cx="0" cy="0"/>
          <a:chOff x="0" y="0"/>
          <a:chExt cx="0" cy="0"/>
        </a:xfrm>
      </p:grpSpPr>
      <p:sp>
        <p:nvSpPr>
          <p:cNvPr id="414" name="Google Shape;414;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5" name="Google Shape;415;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6" name="Google Shape;416;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7" name="Google Shape;417;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8" name="Google Shape;418;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9"/>
        <p:cNvGrpSpPr/>
        <p:nvPr/>
      </p:nvGrpSpPr>
      <p:grpSpPr>
        <a:xfrm>
          <a:off x="0" y="0"/>
          <a:ext cx="0" cy="0"/>
          <a:chOff x="0" y="0"/>
          <a:chExt cx="0" cy="0"/>
        </a:xfrm>
      </p:grpSpPr>
      <p:sp>
        <p:nvSpPr>
          <p:cNvPr id="420" name="Google Shape;420;p7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1" name="Google Shape;421;p7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22" name="Google Shape;422;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3" name="Google Shape;423;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4" name="Google Shape;424;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5"/>
        <p:cNvGrpSpPr/>
        <p:nvPr/>
      </p:nvGrpSpPr>
      <p:grpSpPr>
        <a:xfrm>
          <a:off x="0" y="0"/>
          <a:ext cx="0" cy="0"/>
          <a:chOff x="0" y="0"/>
          <a:chExt cx="0" cy="0"/>
        </a:xfrm>
      </p:grpSpPr>
      <p:sp>
        <p:nvSpPr>
          <p:cNvPr id="426" name="Google Shape;426;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7" name="Google Shape;427;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8" name="Google Shape;428;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9" name="Google Shape;429;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0" name="Google Shape;430;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1"/>
        <p:cNvGrpSpPr/>
        <p:nvPr/>
      </p:nvGrpSpPr>
      <p:grpSpPr>
        <a:xfrm>
          <a:off x="0" y="0"/>
          <a:ext cx="0" cy="0"/>
          <a:chOff x="0" y="0"/>
          <a:chExt cx="0" cy="0"/>
        </a:xfrm>
      </p:grpSpPr>
      <p:sp>
        <p:nvSpPr>
          <p:cNvPr id="432" name="Google Shape;432;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3" name="Google Shape;433;p7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4" name="Google Shape;434;p7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5" name="Google Shape;435;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6" name="Google Shape;436;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7" name="Google Shape;437;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8"/>
        <p:cNvGrpSpPr/>
        <p:nvPr/>
      </p:nvGrpSpPr>
      <p:grpSpPr>
        <a:xfrm>
          <a:off x="0" y="0"/>
          <a:ext cx="0" cy="0"/>
          <a:chOff x="0" y="0"/>
          <a:chExt cx="0" cy="0"/>
        </a:xfrm>
      </p:grpSpPr>
      <p:sp>
        <p:nvSpPr>
          <p:cNvPr id="439" name="Google Shape;439;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0" name="Google Shape;440;p7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1" name="Google Shape;441;p7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2" name="Google Shape;442;p7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3" name="Google Shape;443;p7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4" name="Google Shape;444;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5" name="Google Shape;445;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6" name="Google Shape;446;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7"/>
        <p:cNvGrpSpPr/>
        <p:nvPr/>
      </p:nvGrpSpPr>
      <p:grpSpPr>
        <a:xfrm>
          <a:off x="0" y="0"/>
          <a:ext cx="0" cy="0"/>
          <a:chOff x="0" y="0"/>
          <a:chExt cx="0" cy="0"/>
        </a:xfrm>
      </p:grpSpPr>
      <p:sp>
        <p:nvSpPr>
          <p:cNvPr id="448" name="Google Shape;448;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9" name="Google Shape;449;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0" name="Google Shape;450;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1" name="Google Shape;451;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2"/>
        <p:cNvGrpSpPr/>
        <p:nvPr/>
      </p:nvGrpSpPr>
      <p:grpSpPr>
        <a:xfrm>
          <a:off x="0" y="0"/>
          <a:ext cx="0" cy="0"/>
          <a:chOff x="0" y="0"/>
          <a:chExt cx="0" cy="0"/>
        </a:xfrm>
      </p:grpSpPr>
      <p:sp>
        <p:nvSpPr>
          <p:cNvPr id="453" name="Google Shape;453;p7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4" name="Google Shape;454;p7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5" name="Google Shape;455;p7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56"/>
        <p:cNvGrpSpPr/>
        <p:nvPr/>
      </p:nvGrpSpPr>
      <p:grpSpPr>
        <a:xfrm>
          <a:off x="0" y="0"/>
          <a:ext cx="0" cy="0"/>
          <a:chOff x="0" y="0"/>
          <a:chExt cx="0" cy="0"/>
        </a:xfrm>
      </p:grpSpPr>
      <p:sp>
        <p:nvSpPr>
          <p:cNvPr id="457" name="Google Shape;457;p7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8" name="Google Shape;458;p7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59" name="Google Shape;459;p7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60" name="Google Shape;460;p7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7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7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3"/>
        <p:cNvGrpSpPr/>
        <p:nvPr/>
      </p:nvGrpSpPr>
      <p:grpSpPr>
        <a:xfrm>
          <a:off x="0" y="0"/>
          <a:ext cx="0" cy="0"/>
          <a:chOff x="0" y="0"/>
          <a:chExt cx="0" cy="0"/>
        </a:xfrm>
      </p:grpSpPr>
      <p:sp>
        <p:nvSpPr>
          <p:cNvPr id="464" name="Google Shape;464;p7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5" name="Google Shape;465;p78"/>
          <p:cNvSpPr>
            <a:spLocks noGrp="1"/>
          </p:cNvSpPr>
          <p:nvPr>
            <p:ph type="pic" idx="2"/>
          </p:nvPr>
        </p:nvSpPr>
        <p:spPr>
          <a:xfrm>
            <a:off x="1792288" y="612775"/>
            <a:ext cx="5486400" cy="4114800"/>
          </a:xfrm>
          <a:prstGeom prst="rect">
            <a:avLst/>
          </a:prstGeom>
          <a:noFill/>
          <a:ln>
            <a:noFill/>
          </a:ln>
        </p:spPr>
      </p:sp>
      <p:sp>
        <p:nvSpPr>
          <p:cNvPr id="466" name="Google Shape;466;p7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67" name="Google Shape;467;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70"/>
        <p:cNvGrpSpPr/>
        <p:nvPr/>
      </p:nvGrpSpPr>
      <p:grpSpPr>
        <a:xfrm>
          <a:off x="0" y="0"/>
          <a:ext cx="0" cy="0"/>
          <a:chOff x="0" y="0"/>
          <a:chExt cx="0" cy="0"/>
        </a:xfrm>
      </p:grpSpPr>
      <p:sp>
        <p:nvSpPr>
          <p:cNvPr id="471" name="Google Shape;471;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2" name="Google Shape;472;p7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3" name="Google Shape;473;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76"/>
        <p:cNvGrpSpPr/>
        <p:nvPr/>
      </p:nvGrpSpPr>
      <p:grpSpPr>
        <a:xfrm>
          <a:off x="0" y="0"/>
          <a:ext cx="0" cy="0"/>
          <a:chOff x="0" y="0"/>
          <a:chExt cx="0" cy="0"/>
        </a:xfrm>
      </p:grpSpPr>
      <p:sp>
        <p:nvSpPr>
          <p:cNvPr id="477" name="Google Shape;477;p8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8" name="Google Shape;478;p8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9" name="Google Shape;479;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482"/>
        <p:cNvGrpSpPr/>
        <p:nvPr/>
      </p:nvGrpSpPr>
      <p:grpSpPr>
        <a:xfrm>
          <a:off x="0" y="0"/>
          <a:ext cx="0" cy="0"/>
          <a:chOff x="0" y="0"/>
          <a:chExt cx="0" cy="0"/>
        </a:xfrm>
      </p:grpSpPr>
      <p:sp>
        <p:nvSpPr>
          <p:cNvPr id="483" name="Google Shape;483;p81"/>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4" name="Google Shape;484;p81"/>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5" name="Google Shape;485;p81"/>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6" name="Google Shape;486;p81"/>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487" name="Google Shape;487;p81"/>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488" name="Google Shape;488;p81"/>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489" name="Google Shape;489;p81"/>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490" name="Google Shape;490;p81"/>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491" name="Google Shape;491;p81"/>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492" name="Google Shape;492;p81"/>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493" name="Google Shape;493;p81"/>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4" name="Google Shape;494;p81"/>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5" name="Google Shape;495;p81"/>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6" name="Google Shape;496;p81"/>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7" name="Google Shape;497;p81"/>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8" name="Google Shape;498;p81"/>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9" name="Google Shape;499;p81"/>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500" name="Google Shape;500;p81"/>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1" name="Google Shape;501;p81"/>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2" name="Google Shape;502;p81"/>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3" name="Google Shape;503;p81"/>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504"/>
        <p:cNvGrpSpPr/>
        <p:nvPr/>
      </p:nvGrpSpPr>
      <p:grpSpPr>
        <a:xfrm>
          <a:off x="0" y="0"/>
          <a:ext cx="0" cy="0"/>
          <a:chOff x="0" y="0"/>
          <a:chExt cx="0" cy="0"/>
        </a:xfrm>
      </p:grpSpPr>
      <p:sp>
        <p:nvSpPr>
          <p:cNvPr id="505" name="Google Shape;505;p82"/>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6" name="Google Shape;506;p82"/>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7" name="Google Shape;507;p8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8" name="Google Shape;508;p8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9" name="Google Shape;509;p8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0"/>
        <p:cNvGrpSpPr/>
        <p:nvPr/>
      </p:nvGrpSpPr>
      <p:grpSpPr>
        <a:xfrm>
          <a:off x="0" y="0"/>
          <a:ext cx="0" cy="0"/>
          <a:chOff x="0" y="0"/>
          <a:chExt cx="0" cy="0"/>
        </a:xfrm>
      </p:grpSpPr>
      <p:sp>
        <p:nvSpPr>
          <p:cNvPr id="521" name="Google Shape;521;p2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2" name="Google Shape;522;p2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523" name="Google Shape;523;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4" name="Google Shape;524;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5" name="Google Shape;525;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26"/>
        <p:cNvGrpSpPr/>
        <p:nvPr/>
      </p:nvGrpSpPr>
      <p:grpSpPr>
        <a:xfrm>
          <a:off x="0" y="0"/>
          <a:ext cx="0" cy="0"/>
          <a:chOff x="0" y="0"/>
          <a:chExt cx="0" cy="0"/>
        </a:xfrm>
      </p:grpSpPr>
      <p:sp>
        <p:nvSpPr>
          <p:cNvPr id="527" name="Google Shape;527;p9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8" name="Google Shape;528;p9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529" name="Google Shape;529;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0" name="Google Shape;530;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1" name="Google Shape;531;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2"/>
        <p:cNvGrpSpPr/>
        <p:nvPr/>
      </p:nvGrpSpPr>
      <p:grpSpPr>
        <a:xfrm>
          <a:off x="0" y="0"/>
          <a:ext cx="0" cy="0"/>
          <a:chOff x="0" y="0"/>
          <a:chExt cx="0" cy="0"/>
        </a:xfrm>
      </p:grpSpPr>
      <p:sp>
        <p:nvSpPr>
          <p:cNvPr id="533" name="Google Shape;533;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34" name="Google Shape;534;p9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5" name="Google Shape;535;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6" name="Google Shape;536;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7" name="Google Shape;537;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8"/>
        <p:cNvGrpSpPr/>
        <p:nvPr/>
      </p:nvGrpSpPr>
      <p:grpSpPr>
        <a:xfrm>
          <a:off x="0" y="0"/>
          <a:ext cx="0" cy="0"/>
          <a:chOff x="0" y="0"/>
          <a:chExt cx="0" cy="0"/>
        </a:xfrm>
      </p:grpSpPr>
      <p:sp>
        <p:nvSpPr>
          <p:cNvPr id="539" name="Google Shape;539;p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0" name="Google Shape;540;p9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41" name="Google Shape;541;p9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42" name="Google Shape;542;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3" name="Google Shape;543;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4" name="Google Shape;544;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5"/>
        <p:cNvGrpSpPr/>
        <p:nvPr/>
      </p:nvGrpSpPr>
      <p:grpSpPr>
        <a:xfrm>
          <a:off x="0" y="0"/>
          <a:ext cx="0" cy="0"/>
          <a:chOff x="0" y="0"/>
          <a:chExt cx="0" cy="0"/>
        </a:xfrm>
      </p:grpSpPr>
      <p:sp>
        <p:nvSpPr>
          <p:cNvPr id="546" name="Google Shape;546;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7" name="Google Shape;547;p9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8" name="Google Shape;548;p9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49" name="Google Shape;549;p9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0" name="Google Shape;550;p9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1" name="Google Shape;551;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2" name="Google Shape;552;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3" name="Google Shape;553;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4"/>
        <p:cNvGrpSpPr/>
        <p:nvPr/>
      </p:nvGrpSpPr>
      <p:grpSpPr>
        <a:xfrm>
          <a:off x="0" y="0"/>
          <a:ext cx="0" cy="0"/>
          <a:chOff x="0" y="0"/>
          <a:chExt cx="0" cy="0"/>
        </a:xfrm>
      </p:grpSpPr>
      <p:sp>
        <p:nvSpPr>
          <p:cNvPr id="555" name="Google Shape;555;p9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6" name="Google Shape;556;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7" name="Google Shape;557;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8" name="Google Shape;558;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9"/>
        <p:cNvGrpSpPr/>
        <p:nvPr/>
      </p:nvGrpSpPr>
      <p:grpSpPr>
        <a:xfrm>
          <a:off x="0" y="0"/>
          <a:ext cx="0" cy="0"/>
          <a:chOff x="0" y="0"/>
          <a:chExt cx="0" cy="0"/>
        </a:xfrm>
      </p:grpSpPr>
      <p:sp>
        <p:nvSpPr>
          <p:cNvPr id="560" name="Google Shape;560;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1" name="Google Shape;561;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2" name="Google Shape;562;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3"/>
        <p:cNvGrpSpPr/>
        <p:nvPr/>
      </p:nvGrpSpPr>
      <p:grpSpPr>
        <a:xfrm>
          <a:off x="0" y="0"/>
          <a:ext cx="0" cy="0"/>
          <a:chOff x="0" y="0"/>
          <a:chExt cx="0" cy="0"/>
        </a:xfrm>
      </p:grpSpPr>
      <p:sp>
        <p:nvSpPr>
          <p:cNvPr id="564" name="Google Shape;564;p10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5" name="Google Shape;565;p10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66" name="Google Shape;566;p10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67" name="Google Shape;567;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8" name="Google Shape;568;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9" name="Google Shape;569;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0"/>
        <p:cNvGrpSpPr/>
        <p:nvPr/>
      </p:nvGrpSpPr>
      <p:grpSpPr>
        <a:xfrm>
          <a:off x="0" y="0"/>
          <a:ext cx="0" cy="0"/>
          <a:chOff x="0" y="0"/>
          <a:chExt cx="0" cy="0"/>
        </a:xfrm>
      </p:grpSpPr>
      <p:sp>
        <p:nvSpPr>
          <p:cNvPr id="571" name="Google Shape;571;p10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2" name="Google Shape;572;p102"/>
          <p:cNvSpPr>
            <a:spLocks noGrp="1"/>
          </p:cNvSpPr>
          <p:nvPr>
            <p:ph type="pic" idx="2"/>
          </p:nvPr>
        </p:nvSpPr>
        <p:spPr>
          <a:xfrm>
            <a:off x="1792288" y="612775"/>
            <a:ext cx="5486400" cy="4114800"/>
          </a:xfrm>
          <a:prstGeom prst="rect">
            <a:avLst/>
          </a:prstGeom>
          <a:noFill/>
          <a:ln>
            <a:noFill/>
          </a:ln>
        </p:spPr>
      </p:sp>
      <p:sp>
        <p:nvSpPr>
          <p:cNvPr id="573" name="Google Shape;573;p10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74" name="Google Shape;574;p10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5" name="Google Shape;575;p10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6" name="Google Shape;576;p10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7"/>
        <p:cNvGrpSpPr/>
        <p:nvPr/>
      </p:nvGrpSpPr>
      <p:grpSpPr>
        <a:xfrm>
          <a:off x="0" y="0"/>
          <a:ext cx="0" cy="0"/>
          <a:chOff x="0" y="0"/>
          <a:chExt cx="0" cy="0"/>
        </a:xfrm>
      </p:grpSpPr>
      <p:sp>
        <p:nvSpPr>
          <p:cNvPr id="578" name="Google Shape;578;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9" name="Google Shape;579;p10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0" name="Google Shape;580;p10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1" name="Google Shape;581;p10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2" name="Google Shape;582;p10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83"/>
        <p:cNvGrpSpPr/>
        <p:nvPr/>
      </p:nvGrpSpPr>
      <p:grpSpPr>
        <a:xfrm>
          <a:off x="0" y="0"/>
          <a:ext cx="0" cy="0"/>
          <a:chOff x="0" y="0"/>
          <a:chExt cx="0" cy="0"/>
        </a:xfrm>
      </p:grpSpPr>
      <p:sp>
        <p:nvSpPr>
          <p:cNvPr id="584" name="Google Shape;584;p10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5" name="Google Shape;585;p10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6" name="Google Shape;586;p10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7" name="Google Shape;587;p10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8" name="Google Shape;588;p10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589"/>
        <p:cNvGrpSpPr/>
        <p:nvPr/>
      </p:nvGrpSpPr>
      <p:grpSpPr>
        <a:xfrm>
          <a:off x="0" y="0"/>
          <a:ext cx="0" cy="0"/>
          <a:chOff x="0" y="0"/>
          <a:chExt cx="0" cy="0"/>
        </a:xfrm>
      </p:grpSpPr>
      <p:sp>
        <p:nvSpPr>
          <p:cNvPr id="590" name="Google Shape;590;p105"/>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1" name="Google Shape;591;p105"/>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2" name="Google Shape;592;p105"/>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3" name="Google Shape;593;p105"/>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594" name="Google Shape;594;p105"/>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595" name="Google Shape;595;p105"/>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596" name="Google Shape;596;p105"/>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597" name="Google Shape;597;p105"/>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598" name="Google Shape;598;p105"/>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599" name="Google Shape;599;p105"/>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600" name="Google Shape;600;p105"/>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1" name="Google Shape;601;p105"/>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2" name="Google Shape;602;p105"/>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3" name="Google Shape;603;p105"/>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4" name="Google Shape;604;p105"/>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5" name="Google Shape;605;p105"/>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6" name="Google Shape;606;p105"/>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607" name="Google Shape;607;p105"/>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8" name="Google Shape;608;p105"/>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9" name="Google Shape;609;p105"/>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10" name="Google Shape;610;p105"/>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611"/>
        <p:cNvGrpSpPr/>
        <p:nvPr/>
      </p:nvGrpSpPr>
      <p:grpSpPr>
        <a:xfrm>
          <a:off x="0" y="0"/>
          <a:ext cx="0" cy="0"/>
          <a:chOff x="0" y="0"/>
          <a:chExt cx="0" cy="0"/>
        </a:xfrm>
      </p:grpSpPr>
      <p:sp>
        <p:nvSpPr>
          <p:cNvPr id="612" name="Google Shape;612;p106"/>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3" name="Google Shape;613;p106"/>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4" name="Google Shape;614;p10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15" name="Google Shape;615;p10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6" name="Google Shape;616;p10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7"/>
        <p:cNvGrpSpPr/>
        <p:nvPr/>
      </p:nvGrpSpPr>
      <p:grpSpPr>
        <a:xfrm>
          <a:off x="0" y="0"/>
          <a:ext cx="0" cy="0"/>
          <a:chOff x="0" y="0"/>
          <a:chExt cx="0" cy="0"/>
        </a:xfrm>
      </p:grpSpPr>
      <p:sp>
        <p:nvSpPr>
          <p:cNvPr id="628" name="Google Shape;628;p3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9" name="Google Shape;629;p3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630" name="Google Shape;63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1" name="Google Shape;63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2" name="Google Shape;63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39"/>
        <p:cNvGrpSpPr/>
        <p:nvPr/>
      </p:nvGrpSpPr>
      <p:grpSpPr>
        <a:xfrm>
          <a:off x="0" y="0"/>
          <a:ext cx="0" cy="0"/>
          <a:chOff x="0" y="0"/>
          <a:chExt cx="0" cy="0"/>
        </a:xfrm>
      </p:grpSpPr>
      <p:sp>
        <p:nvSpPr>
          <p:cNvPr id="640" name="Google Shape;640;p10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1" name="Google Shape;641;p10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642" name="Google Shape;642;p10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3" name="Google Shape;643;p10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4" name="Google Shape;644;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5"/>
        <p:cNvGrpSpPr/>
        <p:nvPr/>
      </p:nvGrpSpPr>
      <p:grpSpPr>
        <a:xfrm>
          <a:off x="0" y="0"/>
          <a:ext cx="0" cy="0"/>
          <a:chOff x="0" y="0"/>
          <a:chExt cx="0" cy="0"/>
        </a:xfrm>
      </p:grpSpPr>
      <p:sp>
        <p:nvSpPr>
          <p:cNvPr id="646" name="Google Shape;646;p10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7" name="Google Shape;647;p10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8" name="Google Shape;648;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9" name="Google Shape;649;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0" name="Google Shape;650;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1"/>
        <p:cNvGrpSpPr/>
        <p:nvPr/>
      </p:nvGrpSpPr>
      <p:grpSpPr>
        <a:xfrm>
          <a:off x="0" y="0"/>
          <a:ext cx="0" cy="0"/>
          <a:chOff x="0" y="0"/>
          <a:chExt cx="0" cy="0"/>
        </a:xfrm>
      </p:grpSpPr>
      <p:sp>
        <p:nvSpPr>
          <p:cNvPr id="652" name="Google Shape;652;p1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3" name="Google Shape;653;p10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54" name="Google Shape;654;p10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55" name="Google Shape;655;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6" name="Google Shape;656;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7" name="Google Shape;657;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8"/>
        <p:cNvGrpSpPr/>
        <p:nvPr/>
      </p:nvGrpSpPr>
      <p:grpSpPr>
        <a:xfrm>
          <a:off x="0" y="0"/>
          <a:ext cx="0" cy="0"/>
          <a:chOff x="0" y="0"/>
          <a:chExt cx="0" cy="0"/>
        </a:xfrm>
      </p:grpSpPr>
      <p:sp>
        <p:nvSpPr>
          <p:cNvPr id="659" name="Google Shape;659;p1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0" name="Google Shape;660;p1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61" name="Google Shape;661;p1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2" name="Google Shape;662;p1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63" name="Google Shape;663;p1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4" name="Google Shape;664;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5" name="Google Shape;665;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6" name="Google Shape;666;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7"/>
        <p:cNvGrpSpPr/>
        <p:nvPr/>
      </p:nvGrpSpPr>
      <p:grpSpPr>
        <a:xfrm>
          <a:off x="0" y="0"/>
          <a:ext cx="0" cy="0"/>
          <a:chOff x="0" y="0"/>
          <a:chExt cx="0" cy="0"/>
        </a:xfrm>
      </p:grpSpPr>
      <p:sp>
        <p:nvSpPr>
          <p:cNvPr id="668" name="Google Shape;668;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9" name="Google Shape;669;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0" name="Google Shape;670;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1" name="Google Shape;671;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2"/>
        <p:cNvGrpSpPr/>
        <p:nvPr/>
      </p:nvGrpSpPr>
      <p:grpSpPr>
        <a:xfrm>
          <a:off x="0" y="0"/>
          <a:ext cx="0" cy="0"/>
          <a:chOff x="0" y="0"/>
          <a:chExt cx="0" cy="0"/>
        </a:xfrm>
      </p:grpSpPr>
      <p:sp>
        <p:nvSpPr>
          <p:cNvPr id="673" name="Google Shape;673;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4" name="Google Shape;674;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5" name="Google Shape;675;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6"/>
        <p:cNvGrpSpPr/>
        <p:nvPr/>
      </p:nvGrpSpPr>
      <p:grpSpPr>
        <a:xfrm>
          <a:off x="0" y="0"/>
          <a:ext cx="0" cy="0"/>
          <a:chOff x="0" y="0"/>
          <a:chExt cx="0" cy="0"/>
        </a:xfrm>
      </p:grpSpPr>
      <p:sp>
        <p:nvSpPr>
          <p:cNvPr id="677" name="Google Shape;677;p11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8" name="Google Shape;678;p11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79" name="Google Shape;679;p11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0" name="Google Shape;680;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1" name="Google Shape;681;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2" name="Google Shape;682;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3"/>
        <p:cNvGrpSpPr/>
        <p:nvPr/>
      </p:nvGrpSpPr>
      <p:grpSpPr>
        <a:xfrm>
          <a:off x="0" y="0"/>
          <a:ext cx="0" cy="0"/>
          <a:chOff x="0" y="0"/>
          <a:chExt cx="0" cy="0"/>
        </a:xfrm>
      </p:grpSpPr>
      <p:sp>
        <p:nvSpPr>
          <p:cNvPr id="684" name="Google Shape;684;p11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5" name="Google Shape;685;p114"/>
          <p:cNvSpPr>
            <a:spLocks noGrp="1"/>
          </p:cNvSpPr>
          <p:nvPr>
            <p:ph type="pic" idx="2"/>
          </p:nvPr>
        </p:nvSpPr>
        <p:spPr>
          <a:xfrm>
            <a:off x="1792288" y="612775"/>
            <a:ext cx="5486400" cy="4114800"/>
          </a:xfrm>
          <a:prstGeom prst="rect">
            <a:avLst/>
          </a:prstGeom>
          <a:noFill/>
          <a:ln>
            <a:noFill/>
          </a:ln>
        </p:spPr>
      </p:sp>
      <p:sp>
        <p:nvSpPr>
          <p:cNvPr id="686" name="Google Shape;686;p11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7" name="Google Shape;687;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8" name="Google Shape;688;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9" name="Google Shape;689;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0"/>
        <p:cNvGrpSpPr/>
        <p:nvPr/>
      </p:nvGrpSpPr>
      <p:grpSpPr>
        <a:xfrm>
          <a:off x="0" y="0"/>
          <a:ext cx="0" cy="0"/>
          <a:chOff x="0" y="0"/>
          <a:chExt cx="0" cy="0"/>
        </a:xfrm>
      </p:grpSpPr>
      <p:sp>
        <p:nvSpPr>
          <p:cNvPr id="691" name="Google Shape;691;p1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2" name="Google Shape;692;p11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3" name="Google Shape;693;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4" name="Google Shape;694;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5" name="Google Shape;695;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6"/>
        <p:cNvGrpSpPr/>
        <p:nvPr/>
      </p:nvGrpSpPr>
      <p:grpSpPr>
        <a:xfrm>
          <a:off x="0" y="0"/>
          <a:ext cx="0" cy="0"/>
          <a:chOff x="0" y="0"/>
          <a:chExt cx="0" cy="0"/>
        </a:xfrm>
      </p:grpSpPr>
      <p:sp>
        <p:nvSpPr>
          <p:cNvPr id="697" name="Google Shape;697;p11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8" name="Google Shape;698;p11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9" name="Google Shape;699;p1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0" name="Google Shape;700;p1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1" name="Google Shape;701;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702"/>
        <p:cNvGrpSpPr/>
        <p:nvPr/>
      </p:nvGrpSpPr>
      <p:grpSpPr>
        <a:xfrm>
          <a:off x="0" y="0"/>
          <a:ext cx="0" cy="0"/>
          <a:chOff x="0" y="0"/>
          <a:chExt cx="0" cy="0"/>
        </a:xfrm>
      </p:grpSpPr>
      <p:sp>
        <p:nvSpPr>
          <p:cNvPr id="703" name="Google Shape;703;p117"/>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4" name="Google Shape;704;p117"/>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5" name="Google Shape;705;p117"/>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6" name="Google Shape;706;p117"/>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707" name="Google Shape;707;p117"/>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708" name="Google Shape;708;p117"/>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709" name="Google Shape;709;p117"/>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710" name="Google Shape;710;p117"/>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711" name="Google Shape;711;p117"/>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712" name="Google Shape;712;p117"/>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713" name="Google Shape;713;p117"/>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4" name="Google Shape;714;p117"/>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5" name="Google Shape;715;p117"/>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6" name="Google Shape;716;p117"/>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7" name="Google Shape;717;p117"/>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8" name="Google Shape;718;p117"/>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9" name="Google Shape;719;p117"/>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720" name="Google Shape;720;p117"/>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21" name="Google Shape;721;p117"/>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2" name="Google Shape;722;p117"/>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23" name="Google Shape;723;p117"/>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4"/>
        <p:cNvGrpSpPr/>
        <p:nvPr/>
      </p:nvGrpSpPr>
      <p:grpSpPr>
        <a:xfrm>
          <a:off x="0" y="0"/>
          <a:ext cx="0" cy="0"/>
          <a:chOff x="0" y="0"/>
          <a:chExt cx="0" cy="0"/>
        </a:xfrm>
      </p:grpSpPr>
      <p:sp>
        <p:nvSpPr>
          <p:cNvPr id="735" name="Google Shape;735;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6" name="Google Shape;736;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37" name="Google Shape;73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8" name="Google Shape;73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9" name="Google Shape;73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0"/>
        <p:cNvGrpSpPr/>
        <p:nvPr/>
      </p:nvGrpSpPr>
      <p:grpSpPr>
        <a:xfrm>
          <a:off x="0" y="0"/>
          <a:ext cx="0" cy="0"/>
          <a:chOff x="0" y="0"/>
          <a:chExt cx="0" cy="0"/>
        </a:xfrm>
      </p:grpSpPr>
      <p:sp>
        <p:nvSpPr>
          <p:cNvPr id="741" name="Google Shape;741;p1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2" name="Google Shape;742;p1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743" name="Google Shape;743;p1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4" name="Google Shape;744;p1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5" name="Google Shape;745;p1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46"/>
        <p:cNvGrpSpPr/>
        <p:nvPr/>
      </p:nvGrpSpPr>
      <p:grpSpPr>
        <a:xfrm>
          <a:off x="0" y="0"/>
          <a:ext cx="0" cy="0"/>
          <a:chOff x="0" y="0"/>
          <a:chExt cx="0" cy="0"/>
        </a:xfrm>
      </p:grpSpPr>
      <p:sp>
        <p:nvSpPr>
          <p:cNvPr id="747" name="Google Shape;747;p1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8" name="Google Shape;748;p1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9" name="Google Shape;749;p1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0" name="Google Shape;750;p1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1" name="Google Shape;751;p1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52"/>
        <p:cNvGrpSpPr/>
        <p:nvPr/>
      </p:nvGrpSpPr>
      <p:grpSpPr>
        <a:xfrm>
          <a:off x="0" y="0"/>
          <a:ext cx="0" cy="0"/>
          <a:chOff x="0" y="0"/>
          <a:chExt cx="0" cy="0"/>
        </a:xfrm>
      </p:grpSpPr>
      <p:sp>
        <p:nvSpPr>
          <p:cNvPr id="753" name="Google Shape;753;p1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4" name="Google Shape;754;p1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5" name="Google Shape;755;p1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6" name="Google Shape;756;p1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7" name="Google Shape;757;p1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8" name="Google Shape;758;p1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9"/>
        <p:cNvGrpSpPr/>
        <p:nvPr/>
      </p:nvGrpSpPr>
      <p:grpSpPr>
        <a:xfrm>
          <a:off x="0" y="0"/>
          <a:ext cx="0" cy="0"/>
          <a:chOff x="0" y="0"/>
          <a:chExt cx="0" cy="0"/>
        </a:xfrm>
      </p:grpSpPr>
      <p:sp>
        <p:nvSpPr>
          <p:cNvPr id="760" name="Google Shape;760;p1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1" name="Google Shape;761;p1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62" name="Google Shape;762;p1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63" name="Google Shape;763;p1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64" name="Google Shape;764;p1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65" name="Google Shape;765;p1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6" name="Google Shape;766;p1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7" name="Google Shape;767;p1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8"/>
        <p:cNvGrpSpPr/>
        <p:nvPr/>
      </p:nvGrpSpPr>
      <p:grpSpPr>
        <a:xfrm>
          <a:off x="0" y="0"/>
          <a:ext cx="0" cy="0"/>
          <a:chOff x="0" y="0"/>
          <a:chExt cx="0" cy="0"/>
        </a:xfrm>
      </p:grpSpPr>
      <p:sp>
        <p:nvSpPr>
          <p:cNvPr id="769" name="Google Shape;769;p1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0" name="Google Shape;770;p1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1" name="Google Shape;771;p1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2" name="Google Shape;772;p1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3"/>
        <p:cNvGrpSpPr/>
        <p:nvPr/>
      </p:nvGrpSpPr>
      <p:grpSpPr>
        <a:xfrm>
          <a:off x="0" y="0"/>
          <a:ext cx="0" cy="0"/>
          <a:chOff x="0" y="0"/>
          <a:chExt cx="0" cy="0"/>
        </a:xfrm>
      </p:grpSpPr>
      <p:sp>
        <p:nvSpPr>
          <p:cNvPr id="774" name="Google Shape;774;p1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5" name="Google Shape;775;p1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6" name="Google Shape;776;p1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7"/>
        <p:cNvGrpSpPr/>
        <p:nvPr/>
      </p:nvGrpSpPr>
      <p:grpSpPr>
        <a:xfrm>
          <a:off x="0" y="0"/>
          <a:ext cx="0" cy="0"/>
          <a:chOff x="0" y="0"/>
          <a:chExt cx="0" cy="0"/>
        </a:xfrm>
      </p:grpSpPr>
      <p:sp>
        <p:nvSpPr>
          <p:cNvPr id="778" name="Google Shape;778;p1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9" name="Google Shape;779;p1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780" name="Google Shape;780;p1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81" name="Google Shape;781;p1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2" name="Google Shape;782;p1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3" name="Google Shape;783;p1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4"/>
        <p:cNvGrpSpPr/>
        <p:nvPr/>
      </p:nvGrpSpPr>
      <p:grpSpPr>
        <a:xfrm>
          <a:off x="0" y="0"/>
          <a:ext cx="0" cy="0"/>
          <a:chOff x="0" y="0"/>
          <a:chExt cx="0" cy="0"/>
        </a:xfrm>
      </p:grpSpPr>
      <p:sp>
        <p:nvSpPr>
          <p:cNvPr id="785" name="Google Shape;785;p1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6" name="Google Shape;786;p125"/>
          <p:cNvSpPr>
            <a:spLocks noGrp="1"/>
          </p:cNvSpPr>
          <p:nvPr>
            <p:ph type="pic" idx="2"/>
          </p:nvPr>
        </p:nvSpPr>
        <p:spPr>
          <a:xfrm>
            <a:off x="1792288" y="612775"/>
            <a:ext cx="5486400" cy="4114800"/>
          </a:xfrm>
          <a:prstGeom prst="rect">
            <a:avLst/>
          </a:prstGeom>
          <a:noFill/>
          <a:ln>
            <a:noFill/>
          </a:ln>
        </p:spPr>
      </p:sp>
      <p:sp>
        <p:nvSpPr>
          <p:cNvPr id="787" name="Google Shape;787;p1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88" name="Google Shape;788;p1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9" name="Google Shape;789;p1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0" name="Google Shape;790;p1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1"/>
        <p:cNvGrpSpPr/>
        <p:nvPr/>
      </p:nvGrpSpPr>
      <p:grpSpPr>
        <a:xfrm>
          <a:off x="0" y="0"/>
          <a:ext cx="0" cy="0"/>
          <a:chOff x="0" y="0"/>
          <a:chExt cx="0" cy="0"/>
        </a:xfrm>
      </p:grpSpPr>
      <p:sp>
        <p:nvSpPr>
          <p:cNvPr id="792" name="Google Shape;792;p1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93" name="Google Shape;793;p1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4" name="Google Shape;794;p1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5" name="Google Shape;795;p1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6" name="Google Shape;796;p1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7"/>
        <p:cNvGrpSpPr/>
        <p:nvPr/>
      </p:nvGrpSpPr>
      <p:grpSpPr>
        <a:xfrm>
          <a:off x="0" y="0"/>
          <a:ext cx="0" cy="0"/>
          <a:chOff x="0" y="0"/>
          <a:chExt cx="0" cy="0"/>
        </a:xfrm>
      </p:grpSpPr>
      <p:sp>
        <p:nvSpPr>
          <p:cNvPr id="798" name="Google Shape;798;p1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99" name="Google Shape;799;p1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0" name="Google Shape;800;p1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1" name="Google Shape;801;p1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2" name="Google Shape;802;p1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803"/>
        <p:cNvGrpSpPr/>
        <p:nvPr/>
      </p:nvGrpSpPr>
      <p:grpSpPr>
        <a:xfrm>
          <a:off x="0" y="0"/>
          <a:ext cx="0" cy="0"/>
          <a:chOff x="0" y="0"/>
          <a:chExt cx="0" cy="0"/>
        </a:xfrm>
      </p:grpSpPr>
      <p:sp>
        <p:nvSpPr>
          <p:cNvPr id="804" name="Google Shape;804;p128"/>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5" name="Google Shape;805;p128"/>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6" name="Google Shape;806;p128"/>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7" name="Google Shape;807;p128"/>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808" name="Google Shape;808;p128"/>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809" name="Google Shape;809;p128"/>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810" name="Google Shape;810;p128"/>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811" name="Google Shape;811;p128"/>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812" name="Google Shape;812;p128"/>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813" name="Google Shape;813;p128"/>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814" name="Google Shape;814;p128"/>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5" name="Google Shape;815;p128"/>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6" name="Google Shape;816;p128"/>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7" name="Google Shape;817;p128"/>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8" name="Google Shape;818;p128"/>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9" name="Google Shape;819;p128"/>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20" name="Google Shape;820;p128"/>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821" name="Google Shape;821;p128"/>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22" name="Google Shape;822;p128"/>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3" name="Google Shape;823;p128"/>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4" name="Google Shape;824;p128"/>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825"/>
        <p:cNvGrpSpPr/>
        <p:nvPr/>
      </p:nvGrpSpPr>
      <p:grpSpPr>
        <a:xfrm>
          <a:off x="0" y="0"/>
          <a:ext cx="0" cy="0"/>
          <a:chOff x="0" y="0"/>
          <a:chExt cx="0" cy="0"/>
        </a:xfrm>
      </p:grpSpPr>
      <p:sp>
        <p:nvSpPr>
          <p:cNvPr id="826" name="Google Shape;826;p129"/>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27" name="Google Shape;827;p129"/>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8" name="Google Shape;828;p1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9" name="Google Shape;829;p1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0" name="Google Shape;830;p1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41"/>
        <p:cNvGrpSpPr/>
        <p:nvPr/>
      </p:nvGrpSpPr>
      <p:grpSpPr>
        <a:xfrm>
          <a:off x="0" y="0"/>
          <a:ext cx="0" cy="0"/>
          <a:chOff x="0" y="0"/>
          <a:chExt cx="0" cy="0"/>
        </a:xfrm>
      </p:grpSpPr>
      <p:sp>
        <p:nvSpPr>
          <p:cNvPr id="842" name="Google Shape;842;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3" name="Google Shape;843;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844" name="Google Shape;844;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5" name="Google Shape;845;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6" name="Google Shape;846;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7"/>
        <p:cNvGrpSpPr/>
        <p:nvPr/>
      </p:nvGrpSpPr>
      <p:grpSpPr>
        <a:xfrm>
          <a:off x="0" y="0"/>
          <a:ext cx="0" cy="0"/>
          <a:chOff x="0" y="0"/>
          <a:chExt cx="0" cy="0"/>
        </a:xfrm>
      </p:grpSpPr>
      <p:sp>
        <p:nvSpPr>
          <p:cNvPr id="848" name="Google Shape;848;p1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9" name="Google Shape;849;p1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850" name="Google Shape;850;p1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1" name="Google Shape;851;p1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2" name="Google Shape;852;p1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53"/>
        <p:cNvGrpSpPr/>
        <p:nvPr/>
      </p:nvGrpSpPr>
      <p:grpSpPr>
        <a:xfrm>
          <a:off x="0" y="0"/>
          <a:ext cx="0" cy="0"/>
          <a:chOff x="0" y="0"/>
          <a:chExt cx="0" cy="0"/>
        </a:xfrm>
      </p:grpSpPr>
      <p:sp>
        <p:nvSpPr>
          <p:cNvPr id="854" name="Google Shape;854;p1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55" name="Google Shape;855;p1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6" name="Google Shape;856;p1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7" name="Google Shape;857;p1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8" name="Google Shape;858;p1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9"/>
        <p:cNvGrpSpPr/>
        <p:nvPr/>
      </p:nvGrpSpPr>
      <p:grpSpPr>
        <a:xfrm>
          <a:off x="0" y="0"/>
          <a:ext cx="0" cy="0"/>
          <a:chOff x="0" y="0"/>
          <a:chExt cx="0" cy="0"/>
        </a:xfrm>
      </p:grpSpPr>
      <p:sp>
        <p:nvSpPr>
          <p:cNvPr id="860" name="Google Shape;860;p1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1" name="Google Shape;861;p1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62" name="Google Shape;862;p1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63" name="Google Shape;863;p1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4" name="Google Shape;864;p1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5" name="Google Shape;865;p1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6"/>
        <p:cNvGrpSpPr/>
        <p:nvPr/>
      </p:nvGrpSpPr>
      <p:grpSpPr>
        <a:xfrm>
          <a:off x="0" y="0"/>
          <a:ext cx="0" cy="0"/>
          <a:chOff x="0" y="0"/>
          <a:chExt cx="0" cy="0"/>
        </a:xfrm>
      </p:grpSpPr>
      <p:sp>
        <p:nvSpPr>
          <p:cNvPr id="867" name="Google Shape;867;p1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8" name="Google Shape;868;p13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69" name="Google Shape;869;p13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70" name="Google Shape;870;p13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71" name="Google Shape;871;p13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72" name="Google Shape;872;p1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3" name="Google Shape;873;p1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4" name="Google Shape;874;p1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5"/>
        <p:cNvGrpSpPr/>
        <p:nvPr/>
      </p:nvGrpSpPr>
      <p:grpSpPr>
        <a:xfrm>
          <a:off x="0" y="0"/>
          <a:ext cx="0" cy="0"/>
          <a:chOff x="0" y="0"/>
          <a:chExt cx="0" cy="0"/>
        </a:xfrm>
      </p:grpSpPr>
      <p:sp>
        <p:nvSpPr>
          <p:cNvPr id="876" name="Google Shape;876;p1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7" name="Google Shape;877;p1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8" name="Google Shape;878;p1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9" name="Google Shape;879;p1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0"/>
        <p:cNvGrpSpPr/>
        <p:nvPr/>
      </p:nvGrpSpPr>
      <p:grpSpPr>
        <a:xfrm>
          <a:off x="0" y="0"/>
          <a:ext cx="0" cy="0"/>
          <a:chOff x="0" y="0"/>
          <a:chExt cx="0" cy="0"/>
        </a:xfrm>
      </p:grpSpPr>
      <p:sp>
        <p:nvSpPr>
          <p:cNvPr id="881" name="Google Shape;881;p1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2" name="Google Shape;882;p1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3" name="Google Shape;883;p1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1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6" name="Google Shape;886;p1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87" name="Google Shape;887;p1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88" name="Google Shape;888;p1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9" name="Google Shape;889;p1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0" name="Google Shape;890;p1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1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93" name="Google Shape;893;p137"/>
          <p:cNvSpPr>
            <a:spLocks noGrp="1"/>
          </p:cNvSpPr>
          <p:nvPr>
            <p:ph type="pic" idx="2"/>
          </p:nvPr>
        </p:nvSpPr>
        <p:spPr>
          <a:xfrm>
            <a:off x="1792288" y="612775"/>
            <a:ext cx="5486400" cy="4114800"/>
          </a:xfrm>
          <a:prstGeom prst="rect">
            <a:avLst/>
          </a:prstGeom>
          <a:noFill/>
          <a:ln>
            <a:noFill/>
          </a:ln>
        </p:spPr>
      </p:sp>
      <p:sp>
        <p:nvSpPr>
          <p:cNvPr id="894" name="Google Shape;894;p1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95" name="Google Shape;895;p1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6" name="Google Shape;896;p1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7" name="Google Shape;897;p1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1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0" name="Google Shape;900;p1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1" name="Google Shape;901;p1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2" name="Google Shape;902;p1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3" name="Google Shape;903;p1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1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6" name="Google Shape;906;p1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7" name="Google Shape;907;p1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8" name="Google Shape;908;p1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9" name="Google Shape;909;p1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910"/>
        <p:cNvGrpSpPr/>
        <p:nvPr/>
      </p:nvGrpSpPr>
      <p:grpSpPr>
        <a:xfrm>
          <a:off x="0" y="0"/>
          <a:ext cx="0" cy="0"/>
          <a:chOff x="0" y="0"/>
          <a:chExt cx="0" cy="0"/>
        </a:xfrm>
      </p:grpSpPr>
      <p:sp>
        <p:nvSpPr>
          <p:cNvPr id="911" name="Google Shape;911;p140"/>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2" name="Google Shape;912;p140"/>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3" name="Google Shape;913;p140"/>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4" name="Google Shape;914;p140"/>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915" name="Google Shape;915;p140"/>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916" name="Google Shape;916;p140"/>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917" name="Google Shape;917;p140"/>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918" name="Google Shape;918;p140"/>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919" name="Google Shape;919;p140"/>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920" name="Google Shape;920;p140"/>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921" name="Google Shape;921;p140"/>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2" name="Google Shape;922;p140"/>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3" name="Google Shape;923;p140"/>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4" name="Google Shape;924;p140"/>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5" name="Google Shape;925;p140"/>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6" name="Google Shape;926;p140"/>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7" name="Google Shape;927;p140"/>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928" name="Google Shape;928;p140"/>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9" name="Google Shape;929;p140"/>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0" name="Google Shape;930;p140"/>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1" name="Google Shape;931;p140"/>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932"/>
        <p:cNvGrpSpPr/>
        <p:nvPr/>
      </p:nvGrpSpPr>
      <p:grpSpPr>
        <a:xfrm>
          <a:off x="0" y="0"/>
          <a:ext cx="0" cy="0"/>
          <a:chOff x="0" y="0"/>
          <a:chExt cx="0" cy="0"/>
        </a:xfrm>
      </p:grpSpPr>
      <p:sp>
        <p:nvSpPr>
          <p:cNvPr id="933" name="Google Shape;933;p141"/>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34" name="Google Shape;934;p141"/>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5" name="Google Shape;935;p1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6" name="Google Shape;936;p1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7" name="Google Shape;937;p1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6" Type="http://schemas.openxmlformats.org/officeDocument/2006/relationships/image" Target="../media/image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jp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6" Type="http://schemas.openxmlformats.org/officeDocument/2006/relationships/image" Target="../media/image2.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1.jp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6" Type="http://schemas.openxmlformats.org/officeDocument/2006/relationships/image" Target="../media/image2.png"/><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image" Target="../media/image1.jpg"/><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theme" Target="../theme/theme7.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image" Target="../media/image2.png"/><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image" Target="../media/image1.jp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2" Type="http://schemas.openxmlformats.org/officeDocument/2006/relationships/slideLayout" Target="../slideLayouts/slideLayout90.xml"/><Relationship Id="rId16" Type="http://schemas.openxmlformats.org/officeDocument/2006/relationships/image" Target="../media/image2.png"/><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image" Target="../media/image1.jpg"/><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6" Type="http://schemas.openxmlformats.org/officeDocument/2006/relationships/image" Target="../media/image2.png"/><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jp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18" descr="Description: Description: I:\ALL PICTURE\JSPM LOGO.JPG"/>
          <p:cNvPicPr preferRelativeResize="0"/>
          <p:nvPr/>
        </p:nvPicPr>
        <p:blipFill rotWithShape="1">
          <a:blip r:embed="rId13">
            <a:alphaModFix/>
          </a:blip>
          <a:srcRect/>
          <a:stretch/>
        </p:blipFill>
        <p:spPr>
          <a:xfrm>
            <a:off x="76200" y="128588"/>
            <a:ext cx="1143000" cy="862012"/>
          </a:xfrm>
          <a:prstGeom prst="rect">
            <a:avLst/>
          </a:prstGeom>
          <a:noFill/>
          <a:ln>
            <a:noFill/>
          </a:ln>
        </p:spPr>
      </p:pic>
      <p:pic>
        <p:nvPicPr>
          <p:cNvPr id="12" name="Google Shape;12;p18" descr="C:\Users\staff\Downloads\image.png"/>
          <p:cNvPicPr preferRelativeResize="0"/>
          <p:nvPr/>
        </p:nvPicPr>
        <p:blipFill rotWithShape="1">
          <a:blip r:embed="rId14">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4" name="Google Shape;84;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5" name="Google Shape;8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20"/>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89" name="Google Shape;89;p20"/>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0" name="Google Shape;90;p20"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91" name="Google Shape;91;p20"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91" name="Google Shape;19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2" name="Google Shape;19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4" name="Google Shape;19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195" name="Google Shape;195;p22"/>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196" name="Google Shape;196;p22"/>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97" name="Google Shape;197;p22"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198" name="Google Shape;198;p22"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98" name="Google Shape;298;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9" name="Google Shape;29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0" name="Google Shape;30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1" name="Google Shape;30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302" name="Google Shape;302;p2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303" name="Google Shape;303;p24"/>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304" name="Google Shape;304;p24"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305" name="Google Shape;305;p24"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3"/>
        <p:cNvGrpSpPr/>
        <p:nvPr/>
      </p:nvGrpSpPr>
      <p:grpSpPr>
        <a:xfrm>
          <a:off x="0" y="0"/>
          <a:ext cx="0" cy="0"/>
          <a:chOff x="0" y="0"/>
          <a:chExt cx="0" cy="0"/>
        </a:xfrm>
      </p:grpSpPr>
      <p:sp>
        <p:nvSpPr>
          <p:cNvPr id="404" name="Google Shape;404;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05" name="Google Shape;405;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06" name="Google Shape;40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7" name="Google Shape;40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8" name="Google Shape;40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409" name="Google Shape;409;p2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410" name="Google Shape;410;p26"/>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411" name="Google Shape;411;p26"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412" name="Google Shape;412;p26"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0"/>
        <p:cNvGrpSpPr/>
        <p:nvPr/>
      </p:nvGrpSpPr>
      <p:grpSpPr>
        <a:xfrm>
          <a:off x="0" y="0"/>
          <a:ext cx="0" cy="0"/>
          <a:chOff x="0" y="0"/>
          <a:chExt cx="0" cy="0"/>
        </a:xfrm>
      </p:grpSpPr>
      <p:sp>
        <p:nvSpPr>
          <p:cNvPr id="511" name="Google Shape;51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12" name="Google Shape;512;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13" name="Google Shape;513;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4" name="Google Shape;514;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5" name="Google Shape;515;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516" name="Google Shape;516;p28"/>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517" name="Google Shape;517;p28"/>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518" name="Google Shape;518;p28"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519" name="Google Shape;519;p28"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7"/>
        <p:cNvGrpSpPr/>
        <p:nvPr/>
      </p:nvGrpSpPr>
      <p:grpSpPr>
        <a:xfrm>
          <a:off x="0" y="0"/>
          <a:ext cx="0" cy="0"/>
          <a:chOff x="0" y="0"/>
          <a:chExt cx="0" cy="0"/>
        </a:xfrm>
      </p:grpSpPr>
      <p:sp>
        <p:nvSpPr>
          <p:cNvPr id="618" name="Google Shape;618;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619" name="Google Shape;619;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0" name="Google Shape;62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1" name="Google Shape;62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2" name="Google Shape;62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623" name="Google Shape;623;p30"/>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624" name="Google Shape;624;p30"/>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625" name="Google Shape;625;p30" descr="Description: Description: I:\ALL PICTURE\JSPM LOGO.JPG"/>
          <p:cNvPicPr preferRelativeResize="0"/>
          <p:nvPr/>
        </p:nvPicPr>
        <p:blipFill rotWithShape="1">
          <a:blip r:embed="rId14">
            <a:alphaModFix/>
          </a:blip>
          <a:srcRect/>
          <a:stretch/>
        </p:blipFill>
        <p:spPr>
          <a:xfrm>
            <a:off x="76200" y="128588"/>
            <a:ext cx="1143000" cy="862012"/>
          </a:xfrm>
          <a:prstGeom prst="rect">
            <a:avLst/>
          </a:prstGeom>
          <a:noFill/>
          <a:ln>
            <a:noFill/>
          </a:ln>
        </p:spPr>
      </p:pic>
      <p:pic>
        <p:nvPicPr>
          <p:cNvPr id="626" name="Google Shape;626;p30" descr="C:\Users\staff\Downloads\image.png"/>
          <p:cNvPicPr preferRelativeResize="0"/>
          <p:nvPr/>
        </p:nvPicPr>
        <p:blipFill rotWithShape="1">
          <a:blip r:embed="rId15">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31"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4"/>
        <p:cNvGrpSpPr/>
        <p:nvPr/>
      </p:nvGrpSpPr>
      <p:grpSpPr>
        <a:xfrm>
          <a:off x="0" y="0"/>
          <a:ext cx="0" cy="0"/>
          <a:chOff x="0" y="0"/>
          <a:chExt cx="0" cy="0"/>
        </a:xfrm>
      </p:grpSpPr>
      <p:sp>
        <p:nvSpPr>
          <p:cNvPr id="725" name="Google Shape;725;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26" name="Google Shape;726;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7" name="Google Shape;72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8" name="Google Shape;72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9" name="Google Shape;72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730" name="Google Shape;730;p33"/>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731" name="Google Shape;731;p33"/>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732" name="Google Shape;732;p33"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733" name="Google Shape;733;p33"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1"/>
        <p:cNvGrpSpPr/>
        <p:nvPr/>
      </p:nvGrpSpPr>
      <p:grpSpPr>
        <a:xfrm>
          <a:off x="0" y="0"/>
          <a:ext cx="0" cy="0"/>
          <a:chOff x="0" y="0"/>
          <a:chExt cx="0" cy="0"/>
        </a:xfrm>
      </p:grpSpPr>
      <p:sp>
        <p:nvSpPr>
          <p:cNvPr id="832" name="Google Shape;83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33" name="Google Shape;83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4" name="Google Shape;83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5" name="Google Shape;83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6" name="Google Shape;83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837" name="Google Shape;837;p3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838" name="Google Shape;838;p35"/>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839" name="Google Shape;839;p35"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840" name="Google Shape;840;p35"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6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7.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7.xml"/><Relationship Id="rId5" Type="http://schemas.openxmlformats.org/officeDocument/2006/relationships/image" Target="../media/image4.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7.xml"/><Relationship Id="rId5" Type="http://schemas.openxmlformats.org/officeDocument/2006/relationships/image" Target="../media/image5.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7.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77.xml"/><Relationship Id="rId5" Type="http://schemas.openxmlformats.org/officeDocument/2006/relationships/image" Target="../media/image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77.xml"/><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89.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0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0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hyperlink" Target="https://ijsrset.com/paper/5400.pdf" TargetMode="External"/><Relationship Id="rId3" Type="http://schemas.openxmlformats.org/officeDocument/2006/relationships/image" Target="../media/image1.jpg"/><Relationship Id="rId7" Type="http://schemas.openxmlformats.org/officeDocument/2006/relationships/hyperlink" Target="https://www.ijsrp.org/research-paper-0415/ijsrp-p4058.pdf" TargetMode="External"/><Relationship Id="rId2" Type="http://schemas.openxmlformats.org/officeDocument/2006/relationships/notesSlide" Target="../notesSlides/notesSlide18.xml"/><Relationship Id="rId1" Type="http://schemas.openxmlformats.org/officeDocument/2006/relationships/slideLayout" Target="../slideLayouts/slideLayout102.xml"/><Relationship Id="rId6" Type="http://schemas.openxmlformats.org/officeDocument/2006/relationships/hyperlink" Target="https://www.ijareeie.com/upload/2016/april/73_ARS%20new_no%20cert.pdf" TargetMode="External"/><Relationship Id="rId5" Type="http://schemas.openxmlformats.org/officeDocument/2006/relationships/hyperlink" Target="https://scispace.com/pdf/smart-ration-card-30u4buthp2.pdf" TargetMode="External"/><Relationship Id="rId4" Type="http://schemas.openxmlformats.org/officeDocument/2006/relationships/image" Target="../media/image2.png"/><Relationship Id="rId9" Type="http://schemas.openxmlformats.org/officeDocument/2006/relationships/hyperlink" Target="https://www.pccoer.com/NAAC/CR-3/3.3.1/137.%202018-19e_tc25.pdf"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0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
          <p:cNvSpPr/>
          <p:nvPr/>
        </p:nvSpPr>
        <p:spPr>
          <a:xfrm>
            <a:off x="0" y="76200"/>
            <a:ext cx="9144000" cy="9906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chemeClr val="dk1"/>
              </a:solidFill>
              <a:latin typeface="Calibri"/>
              <a:ea typeface="Calibri"/>
              <a:cs typeface="Calibri"/>
              <a:sym typeface="Calibri"/>
            </a:endParaRPr>
          </a:p>
        </p:txBody>
      </p:sp>
      <p:graphicFrame>
        <p:nvGraphicFramePr>
          <p:cNvPr id="943" name="Google Shape;943;p1"/>
          <p:cNvGraphicFramePr/>
          <p:nvPr/>
        </p:nvGraphicFramePr>
        <p:xfrm>
          <a:off x="1371600" y="76201"/>
          <a:ext cx="6477000" cy="998548"/>
        </p:xfrm>
        <a:graphic>
          <a:graphicData uri="http://schemas.openxmlformats.org/drawingml/2006/table">
            <a:tbl>
              <a:tblPr>
                <a:noFill/>
                <a:tableStyleId>{AFAE393C-F8AA-4918-ABC8-B2812CB08CFE}</a:tableStyleId>
              </a:tblPr>
              <a:tblGrid>
                <a:gridCol w="6477000">
                  <a:extLst>
                    <a:ext uri="{9D8B030D-6E8A-4147-A177-3AD203B41FA5}">
                      <a16:colId xmlns="" xmlns:a16="http://schemas.microsoft.com/office/drawing/2014/main"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 xmlns:a16="http://schemas.microsoft.com/office/drawing/2014/main" val="10002"/>
                  </a:ext>
                </a:extLst>
              </a:tr>
            </a:tbl>
          </a:graphicData>
        </a:graphic>
      </p:graphicFrame>
      <p:pic>
        <p:nvPicPr>
          <p:cNvPr id="944" name="Google Shape;944;p1" descr="Description: Description: I:\ALL PICTURE\JSPM LOGO.JPG"/>
          <p:cNvPicPr preferRelativeResize="0"/>
          <p:nvPr/>
        </p:nvPicPr>
        <p:blipFill rotWithShape="1">
          <a:blip r:embed="rId3">
            <a:alphaModFix/>
          </a:blip>
          <a:srcRect/>
          <a:stretch/>
        </p:blipFill>
        <p:spPr>
          <a:xfrm>
            <a:off x="76200" y="108711"/>
            <a:ext cx="1143000" cy="862012"/>
          </a:xfrm>
          <a:prstGeom prst="rect">
            <a:avLst/>
          </a:prstGeom>
          <a:noFill/>
          <a:ln>
            <a:noFill/>
          </a:ln>
        </p:spPr>
      </p:pic>
      <p:pic>
        <p:nvPicPr>
          <p:cNvPr id="945" name="Google Shape;945;p1" descr="C:\Users\staff\Downloads\image.png"/>
          <p:cNvPicPr preferRelativeResize="0"/>
          <p:nvPr/>
        </p:nvPicPr>
        <p:blipFill rotWithShape="1">
          <a:blip r:embed="rId4">
            <a:alphaModFix/>
          </a:blip>
          <a:srcRect/>
          <a:stretch/>
        </p:blipFill>
        <p:spPr>
          <a:xfrm>
            <a:off x="8001000" y="114301"/>
            <a:ext cx="1066800" cy="876300"/>
          </a:xfrm>
          <a:prstGeom prst="rect">
            <a:avLst/>
          </a:prstGeom>
          <a:noFill/>
          <a:ln>
            <a:noFill/>
          </a:ln>
        </p:spPr>
      </p:pic>
      <p:sp>
        <p:nvSpPr>
          <p:cNvPr id="946" name="Google Shape;946;p1"/>
          <p:cNvSpPr txBox="1"/>
          <p:nvPr/>
        </p:nvSpPr>
        <p:spPr>
          <a:xfrm>
            <a:off x="341165" y="1078506"/>
            <a:ext cx="8534400" cy="45242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i="0" u="none" strike="noStrike" cap="none" dirty="0">
              <a:solidFill>
                <a:srgbClr val="538CD5"/>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b="1" i="0" u="none" strike="noStrike" cap="none" dirty="0">
                <a:solidFill>
                  <a:srgbClr val="538CD5"/>
                </a:solidFill>
                <a:latin typeface="Times New Roman"/>
                <a:ea typeface="Times New Roman"/>
                <a:cs typeface="Times New Roman"/>
                <a:sym typeface="Times New Roman"/>
              </a:rPr>
              <a:t>Project Review - 1</a:t>
            </a:r>
            <a:endParaRPr dirty="0"/>
          </a:p>
          <a:p>
            <a:pPr marL="0" marR="0" lvl="0" indent="0" algn="ctr" rtl="0">
              <a:spcBef>
                <a:spcPts val="0"/>
              </a:spcBef>
              <a:spcAft>
                <a:spcPts val="0"/>
              </a:spcAft>
              <a:buNone/>
            </a:pPr>
            <a:r>
              <a:rPr lang="en-US" sz="2000" b="0" i="0" u="none" strike="noStrike" cap="none" dirty="0">
                <a:solidFill>
                  <a:srgbClr val="00B0F0"/>
                </a:solidFill>
                <a:latin typeface="Times New Roman"/>
                <a:ea typeface="Times New Roman"/>
                <a:cs typeface="Times New Roman"/>
                <a:sym typeface="Times New Roman"/>
              </a:rPr>
              <a:t>Group No.</a:t>
            </a:r>
            <a:r>
              <a:rPr lang="en-US" sz="2000" dirty="0">
                <a:solidFill>
                  <a:srgbClr val="00B0F0"/>
                </a:solidFill>
                <a:latin typeface="Times New Roman"/>
                <a:ea typeface="Times New Roman"/>
                <a:cs typeface="Times New Roman"/>
                <a:sym typeface="Times New Roman"/>
              </a:rPr>
              <a:t>2</a:t>
            </a:r>
            <a:endParaRPr dirty="0"/>
          </a:p>
          <a:p>
            <a:pPr marL="0" marR="0" lvl="0" indent="0" algn="ctr" rtl="0">
              <a:spcBef>
                <a:spcPts val="0"/>
              </a:spcBef>
              <a:spcAft>
                <a:spcPts val="0"/>
              </a:spcAft>
              <a:buNone/>
            </a:pPr>
            <a:r>
              <a:rPr lang="en-US" sz="2800" b="1" i="0" u="none" strike="noStrike" cap="none" dirty="0">
                <a:solidFill>
                  <a:srgbClr val="FF0000"/>
                </a:solidFill>
                <a:latin typeface="Times New Roman"/>
                <a:ea typeface="Times New Roman"/>
                <a:cs typeface="Times New Roman"/>
                <a:sym typeface="Times New Roman"/>
              </a:rPr>
              <a:t>“</a:t>
            </a:r>
            <a:r>
              <a:rPr lang="en-US" sz="2800" b="1" dirty="0">
                <a:solidFill>
                  <a:srgbClr val="FF0000"/>
                </a:solidFill>
                <a:latin typeface="Times New Roman"/>
                <a:ea typeface="Times New Roman"/>
                <a:cs typeface="Times New Roman"/>
                <a:sym typeface="Times New Roman"/>
              </a:rPr>
              <a:t>E-Ration Shop - Digitizing the Public Distribution System</a:t>
            </a:r>
            <a:r>
              <a:rPr lang="en-US" sz="2800" b="1" i="0" u="none" strike="noStrike" cap="none" dirty="0">
                <a:solidFill>
                  <a:srgbClr val="FF0000"/>
                </a:solidFill>
                <a:latin typeface="Times New Roman"/>
                <a:ea typeface="Times New Roman"/>
                <a:cs typeface="Times New Roman"/>
                <a:sym typeface="Times New Roman"/>
              </a:rPr>
              <a:t>”</a:t>
            </a:r>
            <a:endParaRPr sz="1800" b="0" i="0" u="none" strike="noStrike" cap="none" dirty="0">
              <a:solidFill>
                <a:srgbClr val="FF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i="0" u="none" strike="noStrike" cap="none" dirty="0">
                <a:solidFill>
                  <a:srgbClr val="538CD5"/>
                </a:solidFill>
                <a:latin typeface="Times New Roman"/>
                <a:ea typeface="Times New Roman"/>
                <a:cs typeface="Times New Roman"/>
                <a:sym typeface="Times New Roman"/>
              </a:rPr>
              <a:t>Under the Guidance of 			                 Presented by</a:t>
            </a:r>
            <a:endParaRPr dirty="0"/>
          </a:p>
          <a:p>
            <a:r>
              <a:rPr lang="en-US" sz="2000" dirty="0">
                <a:latin typeface="Times New Roman"/>
                <a:ea typeface="Times New Roman"/>
                <a:cs typeface="Times New Roman"/>
                <a:sym typeface="Times New Roman"/>
              </a:rPr>
              <a:t>Prof. S.R. Bhandari                                   </a:t>
            </a:r>
            <a:r>
              <a:rPr lang="en-US" sz="2000" dirty="0" smtClean="0">
                <a:latin typeface="Times New Roman"/>
                <a:ea typeface="Times New Roman"/>
                <a:cs typeface="Times New Roman"/>
                <a:sym typeface="Times New Roman"/>
              </a:rPr>
              <a:t>                      </a:t>
            </a:r>
            <a:r>
              <a:rPr lang="en-US" sz="2000" b="0" i="0" u="none" strike="noStrike" cap="none" dirty="0" smtClean="0">
                <a:solidFill>
                  <a:srgbClr val="000000"/>
                </a:solidFill>
                <a:latin typeface="Times New Roman"/>
                <a:ea typeface="Times New Roman"/>
                <a:cs typeface="Times New Roman"/>
                <a:sym typeface="Times New Roman"/>
              </a:rPr>
              <a:t>1</a:t>
            </a:r>
            <a:r>
              <a:rPr lang="en-US" sz="2000" b="0" i="0" u="none" strike="noStrike" cap="none" dirty="0">
                <a:solidFill>
                  <a:srgbClr val="000000"/>
                </a:solidFill>
                <a:latin typeface="Times New Roman"/>
                <a:ea typeface="Times New Roman"/>
                <a:cs typeface="Times New Roman"/>
                <a:sym typeface="Times New Roman"/>
              </a:rPr>
              <a:t>) Pratik </a:t>
            </a:r>
            <a:r>
              <a:rPr lang="en-US" sz="2000" b="0" i="0" u="none" strike="noStrike" cap="none" dirty="0" err="1" smtClean="0">
                <a:solidFill>
                  <a:srgbClr val="000000"/>
                </a:solidFill>
                <a:latin typeface="Times New Roman"/>
                <a:ea typeface="Times New Roman"/>
                <a:cs typeface="Times New Roman"/>
                <a:sym typeface="Times New Roman"/>
              </a:rPr>
              <a:t>Dahale</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2</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Siddhesh</a:t>
            </a:r>
            <a:r>
              <a:rPr lang="en-US" sz="2000" dirty="0">
                <a:latin typeface="Times New Roman"/>
                <a:ea typeface="Times New Roman"/>
                <a:cs typeface="Times New Roman"/>
                <a:sym typeface="Times New Roman"/>
              </a:rPr>
              <a:t> </a:t>
            </a:r>
            <a:r>
              <a:rPr lang="en-US" sz="2000" dirty="0" err="1" smtClean="0">
                <a:latin typeface="Times New Roman"/>
                <a:ea typeface="Times New Roman"/>
                <a:cs typeface="Times New Roman"/>
                <a:sym typeface="Times New Roman"/>
              </a:rPr>
              <a:t>Lamkhede</a:t>
            </a:r>
            <a:r>
              <a:rPr lang="en-US" sz="2000" dirty="0" smtClean="0">
                <a:latin typeface="Times New Roman"/>
                <a:ea typeface="Times New Roman"/>
                <a:cs typeface="Times New Roman"/>
                <a:sym typeface="Times New Roman"/>
              </a:rPr>
              <a:t>					                               3) Mahesh </a:t>
            </a:r>
            <a:r>
              <a:rPr lang="en-US" sz="2000" dirty="0" err="1" smtClean="0">
                <a:latin typeface="Times New Roman"/>
                <a:ea typeface="Times New Roman"/>
                <a:cs typeface="Times New Roman"/>
                <a:sym typeface="Times New Roman"/>
              </a:rPr>
              <a:t>Shendkar</a:t>
            </a:r>
            <a:r>
              <a:rPr lang="en-US" sz="2000" dirty="0" smtClean="0">
                <a:latin typeface="Times New Roman"/>
                <a:ea typeface="Times New Roman"/>
                <a:cs typeface="Times New Roman"/>
                <a:sym typeface="Times New Roman"/>
              </a:rPr>
              <a:t>							  4) </a:t>
            </a:r>
            <a:r>
              <a:rPr lang="en-US" sz="2000" dirty="0" err="1" smtClean="0">
                <a:latin typeface="Times New Roman"/>
                <a:ea typeface="Times New Roman"/>
                <a:cs typeface="Times New Roman"/>
                <a:sym typeface="Times New Roman"/>
              </a:rPr>
              <a:t>Vrushali</a:t>
            </a:r>
            <a:r>
              <a:rPr lang="en-US" sz="2000" dirty="0" smtClean="0">
                <a:latin typeface="Times New Roman"/>
                <a:ea typeface="Times New Roman"/>
                <a:cs typeface="Times New Roman"/>
                <a:sym typeface="Times New Roman"/>
              </a:rPr>
              <a:t> </a:t>
            </a:r>
            <a:r>
              <a:rPr lang="en-US" sz="2000" dirty="0" err="1" smtClean="0">
                <a:latin typeface="Times New Roman"/>
                <a:ea typeface="Times New Roman"/>
                <a:cs typeface="Times New Roman"/>
                <a:sym typeface="Times New Roman"/>
              </a:rPr>
              <a:t>Rohokale</a:t>
            </a:r>
            <a:endParaRPr sz="2000" dirty="0" smtClean="0">
              <a:latin typeface="Times New Roman"/>
              <a:ea typeface="Times New Roman"/>
              <a:cs typeface="Times New Roman"/>
              <a:sym typeface="Times New Roman"/>
            </a:endParaRPr>
          </a:p>
          <a:p>
            <a:pPr marL="0" marR="0" lvl="0" indent="0" algn="l" rtl="0">
              <a:spcBef>
                <a:spcPts val="0"/>
              </a:spcBef>
              <a:spcAft>
                <a:spcPts val="0"/>
              </a:spcAft>
              <a:buNone/>
            </a:pPr>
            <a:r>
              <a:rPr lang="en-US" sz="1800" b="0" i="0" u="none" strike="noStrike" cap="none" dirty="0">
                <a:solidFill>
                  <a:srgbClr val="000000"/>
                </a:solidFill>
                <a:latin typeface="Times New Roman"/>
                <a:ea typeface="Times New Roman"/>
                <a:cs typeface="Times New Roman"/>
                <a:sym typeface="Times New Roman"/>
              </a:rPr>
              <a:t>					</a:t>
            </a:r>
            <a:endParaRPr dirty="0"/>
          </a:p>
        </p:txBody>
      </p:sp>
    </p:spTree>
    <p:extLst>
      <p:ext uri="{BB962C8B-B14F-4D97-AF65-F5344CB8AC3E}">
        <p14:creationId xmlns:p14="http://schemas.microsoft.com/office/powerpoint/2010/main" val="1713027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2"/>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52" name="Google Shape;952;p2"/>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53" name="Google Shape;953;p2"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54" name="Google Shape;954;p2"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55" name="Google Shape;955;p2"/>
          <p:cNvSpPr txBox="1"/>
          <p:nvPr/>
        </p:nvSpPr>
        <p:spPr>
          <a:xfrm>
            <a:off x="574675" y="1072551"/>
            <a:ext cx="8070900" cy="49859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CONTENTS</a:t>
            </a:r>
            <a:endParaRPr sz="2800" b="1" i="0" u="sng" strike="noStrike" cap="none" dirty="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rgbClr val="000000"/>
              </a:buClr>
              <a:buSzPts val="2400"/>
              <a:buFont typeface="Arial"/>
              <a:buChar char="•"/>
            </a:pPr>
            <a:r>
              <a:rPr lang="en-US" sz="2000" b="0" i="0" u="none" strike="noStrike" cap="none" dirty="0">
                <a:solidFill>
                  <a:srgbClr val="000000"/>
                </a:solidFill>
                <a:latin typeface="Times New Roman"/>
                <a:ea typeface="Times New Roman"/>
                <a:cs typeface="Times New Roman"/>
                <a:sym typeface="Times New Roman"/>
              </a:rPr>
              <a:t>Introduction</a:t>
            </a:r>
            <a:endParaRPr sz="2000" b="0" i="0" u="none" strike="noStrike" cap="none">
              <a:solidFill>
                <a:srgbClr val="000000"/>
              </a:solidFill>
              <a:latin typeface="Times New Roman"/>
              <a:ea typeface="Times New Roman"/>
              <a:cs typeface="Times New Roman"/>
            </a:endParaRPr>
          </a:p>
          <a:p>
            <a:pPr marL="342900" indent="-342900" algn="just">
              <a:spcBef>
                <a:spcPts val="480"/>
              </a:spcBef>
              <a:buSzPts val="2400"/>
              <a:buFont typeface="Arial"/>
              <a:buChar char="•"/>
            </a:pPr>
            <a:r>
              <a:rPr lang="en-US" sz="2000" dirty="0">
                <a:latin typeface="Times New Roman"/>
                <a:ea typeface="Times New Roman"/>
                <a:cs typeface="Times New Roman"/>
              </a:rPr>
              <a:t>Literature Review</a:t>
            </a:r>
          </a:p>
          <a:p>
            <a:pPr marL="342900" marR="0" lvl="0" indent="-342900" algn="just" rtl="0">
              <a:lnSpc>
                <a:spcPct val="100000"/>
              </a:lnSpc>
              <a:spcBef>
                <a:spcPts val="480"/>
              </a:spcBef>
              <a:spcAft>
                <a:spcPts val="0"/>
              </a:spcAft>
              <a:buClr>
                <a:srgbClr val="000000"/>
              </a:buClr>
              <a:buSzPts val="2400"/>
              <a:buFont typeface="Arial"/>
              <a:buChar char="•"/>
            </a:pPr>
            <a:r>
              <a:rPr lang="en-US" sz="2000" b="0" i="0" u="none" strike="noStrike" cap="none" dirty="0">
                <a:solidFill>
                  <a:srgbClr val="000000"/>
                </a:solidFill>
                <a:latin typeface="Times New Roman"/>
                <a:ea typeface="Times New Roman"/>
                <a:cs typeface="Times New Roman"/>
                <a:sym typeface="Times New Roman"/>
              </a:rPr>
              <a:t>Problem Statement</a:t>
            </a:r>
            <a:endParaRPr sz="2000"/>
          </a:p>
          <a:p>
            <a:pPr marL="342900" marR="0" lvl="0" indent="-342900" algn="just" rtl="0">
              <a:lnSpc>
                <a:spcPct val="100000"/>
              </a:lnSpc>
              <a:spcBef>
                <a:spcPts val="480"/>
              </a:spcBef>
              <a:spcAft>
                <a:spcPts val="0"/>
              </a:spcAft>
              <a:buClr>
                <a:srgbClr val="000000"/>
              </a:buClr>
              <a:buSzPts val="2400"/>
              <a:buFont typeface="Arial"/>
              <a:buChar char="•"/>
            </a:pPr>
            <a:r>
              <a:rPr lang="en-US" sz="2000" b="0" i="0" u="none" strike="noStrike" cap="none" dirty="0">
                <a:solidFill>
                  <a:srgbClr val="000000"/>
                </a:solidFill>
                <a:latin typeface="Times New Roman"/>
                <a:ea typeface="Times New Roman"/>
                <a:cs typeface="Times New Roman"/>
                <a:sym typeface="Times New Roman"/>
              </a:rPr>
              <a:t>Objective</a:t>
            </a:r>
            <a:endParaRPr sz="2000" b="0" i="0" u="none" strike="noStrike" cap="none">
              <a:solidFill>
                <a:srgbClr val="000000"/>
              </a:solidFill>
              <a:latin typeface="Times New Roman"/>
              <a:ea typeface="Times New Roman"/>
              <a:cs typeface="Times New Roman"/>
            </a:endParaRPr>
          </a:p>
          <a:p>
            <a:pPr marL="342900" indent="-342900" algn="just">
              <a:spcBef>
                <a:spcPts val="480"/>
              </a:spcBef>
              <a:buSzPts val="2400"/>
              <a:buFont typeface="Arial"/>
              <a:buChar char="•"/>
            </a:pPr>
            <a:r>
              <a:rPr lang="en-US" sz="2000" dirty="0">
                <a:latin typeface="Times New Roman"/>
                <a:ea typeface="Times New Roman"/>
                <a:cs typeface="Times New Roman"/>
                <a:sym typeface="Times New Roman"/>
              </a:rPr>
              <a:t>Block Diagram and description</a:t>
            </a:r>
            <a:endParaRPr sz="2000" b="0" i="0" u="none" strike="noStrike" cap="none">
              <a:solidFill>
                <a:srgbClr val="000000"/>
              </a:solidFill>
              <a:latin typeface="Times New Roman"/>
              <a:ea typeface="Times New Roman"/>
              <a:cs typeface="Times New Roman"/>
            </a:endParaRPr>
          </a:p>
          <a:p>
            <a:pPr marL="342900" indent="-342900" algn="just">
              <a:spcBef>
                <a:spcPts val="480"/>
              </a:spcBef>
              <a:buSzPts val="2400"/>
              <a:buFont typeface="Arial"/>
              <a:buChar char="•"/>
            </a:pPr>
            <a:r>
              <a:rPr lang="en-US" sz="2000" dirty="0">
                <a:latin typeface="Times New Roman"/>
                <a:ea typeface="Times New Roman"/>
                <a:cs typeface="Times New Roman"/>
              </a:rPr>
              <a:t>Result</a:t>
            </a:r>
          </a:p>
          <a:p>
            <a:pPr marL="342900" indent="-342900" algn="just">
              <a:spcBef>
                <a:spcPts val="480"/>
              </a:spcBef>
              <a:buSzPts val="2400"/>
              <a:buFont typeface="Arial"/>
              <a:buChar char="•"/>
            </a:pPr>
            <a:r>
              <a:rPr lang="en-US" sz="2000" dirty="0">
                <a:latin typeface="Times New Roman"/>
                <a:ea typeface="Times New Roman"/>
                <a:cs typeface="Times New Roman"/>
              </a:rPr>
              <a:t>Advantages</a:t>
            </a:r>
          </a:p>
          <a:p>
            <a:pPr marL="342900" indent="-342900" algn="just">
              <a:spcBef>
                <a:spcPts val="480"/>
              </a:spcBef>
              <a:buSzPts val="2400"/>
              <a:buFont typeface="Arial"/>
              <a:buChar char="•"/>
            </a:pPr>
            <a:r>
              <a:rPr lang="en-US" sz="2000" dirty="0">
                <a:latin typeface="Times New Roman"/>
                <a:ea typeface="Times New Roman"/>
                <a:cs typeface="Times New Roman"/>
                <a:sym typeface="Times New Roman"/>
              </a:rPr>
              <a:t>Applications</a:t>
            </a:r>
            <a:endParaRPr lang="en-US" sz="2000" dirty="0">
              <a:latin typeface="Times New Roman"/>
              <a:ea typeface="Times New Roman"/>
              <a:cs typeface="Times New Roman"/>
            </a:endParaRPr>
          </a:p>
          <a:p>
            <a:pPr marL="342900" marR="0" lvl="0" indent="-342900" algn="just" rtl="0">
              <a:lnSpc>
                <a:spcPct val="100000"/>
              </a:lnSpc>
              <a:spcBef>
                <a:spcPts val="480"/>
              </a:spcBef>
              <a:spcAft>
                <a:spcPts val="0"/>
              </a:spcAft>
              <a:buClr>
                <a:srgbClr val="000000"/>
              </a:buClr>
              <a:buSzPts val="2400"/>
              <a:buFont typeface="Arial"/>
              <a:buChar char="•"/>
            </a:pPr>
            <a:r>
              <a:rPr lang="en-US" sz="2000" b="0" i="0" u="none" strike="noStrike" cap="none" dirty="0">
                <a:solidFill>
                  <a:srgbClr val="000000"/>
                </a:solidFill>
                <a:latin typeface="Times New Roman"/>
                <a:ea typeface="Times New Roman"/>
                <a:cs typeface="Times New Roman"/>
                <a:sym typeface="Times New Roman"/>
              </a:rPr>
              <a:t>Software Requirement</a:t>
            </a:r>
            <a:endParaRPr sz="2000"/>
          </a:p>
          <a:p>
            <a:pPr marL="342900" marR="0" lvl="0" indent="-342900" algn="just" rtl="0">
              <a:lnSpc>
                <a:spcPct val="100000"/>
              </a:lnSpc>
              <a:spcBef>
                <a:spcPts val="480"/>
              </a:spcBef>
              <a:spcAft>
                <a:spcPts val="0"/>
              </a:spcAft>
              <a:buClr>
                <a:srgbClr val="000000"/>
              </a:buClr>
              <a:buSzPts val="2400"/>
              <a:buFont typeface="Arial"/>
              <a:buChar char="•"/>
            </a:pPr>
            <a:r>
              <a:rPr lang="en-US" sz="2000" b="0" i="0" u="none" strike="noStrike" cap="none" dirty="0">
                <a:solidFill>
                  <a:srgbClr val="000000"/>
                </a:solidFill>
                <a:latin typeface="Times New Roman"/>
                <a:ea typeface="Times New Roman"/>
                <a:cs typeface="Times New Roman"/>
                <a:sym typeface="Times New Roman"/>
              </a:rPr>
              <a:t>Hardware Requirement</a:t>
            </a:r>
            <a:endParaRPr sz="2000" b="0" i="0" u="none" strike="noStrike" cap="none">
              <a:solidFill>
                <a:srgbClr val="000000"/>
              </a:solidFill>
              <a:latin typeface="Times New Roman"/>
              <a:ea typeface="Times New Roman"/>
              <a:cs typeface="Times New Roman"/>
            </a:endParaRPr>
          </a:p>
          <a:p>
            <a:pPr marL="342900" indent="-342900" algn="just">
              <a:spcBef>
                <a:spcPts val="480"/>
              </a:spcBef>
              <a:buClr>
                <a:schemeClr val="dk1"/>
              </a:buClr>
              <a:buSzPts val="2400"/>
              <a:buFont typeface="Arial"/>
              <a:buChar char="•"/>
            </a:pPr>
            <a:r>
              <a:rPr lang="en-US" sz="2000" dirty="0">
                <a:latin typeface="Times New Roman"/>
                <a:ea typeface="Times New Roman"/>
                <a:cs typeface="Times New Roman"/>
              </a:rPr>
              <a:t>Conclusion</a:t>
            </a:r>
          </a:p>
          <a:p>
            <a:pPr marL="342900" marR="0" lvl="0" indent="-342900" algn="just">
              <a:lnSpc>
                <a:spcPct val="100000"/>
              </a:lnSpc>
              <a:spcBef>
                <a:spcPts val="480"/>
              </a:spcBef>
              <a:spcAft>
                <a:spcPts val="0"/>
              </a:spcAft>
              <a:buClr>
                <a:schemeClr val="dk1"/>
              </a:buClr>
              <a:buSzPts val="2400"/>
              <a:buFont typeface="Arial"/>
              <a:buChar char="•"/>
            </a:pPr>
            <a:r>
              <a:rPr lang="en-US" sz="2000" dirty="0">
                <a:latin typeface="Times New Roman"/>
                <a:ea typeface="Times New Roman"/>
                <a:cs typeface="Times New Roman"/>
              </a:rPr>
              <a:t>References</a:t>
            </a:r>
            <a:endParaRPr lang="en-US" sz="2000" b="0" i="0" u="none" strike="noStrike" cap="none" dirty="0">
              <a:solidFill>
                <a:srgbClr val="000000"/>
              </a:solidFill>
              <a:latin typeface="Times New Roman"/>
              <a:ea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3"/>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61" name="Google Shape;961;p3"/>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Times New Roman"/>
                          <a:ea typeface="Times New Roman"/>
                          <a:cs typeface="Times New Roman"/>
                          <a:sym typeface="Times New Roman"/>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Times New Roman"/>
                          <a:ea typeface="Times New Roman"/>
                          <a:cs typeface="Times New Roman"/>
                          <a:sym typeface="Times New Roman"/>
                        </a:rPr>
                        <a:t>Imperial College of Engineering and Research,Wagholi,Pune.</a:t>
                      </a:r>
                      <a:endParaRPr sz="1200" u="none" strike="noStrike" cap="none">
                        <a:latin typeface="Times New Roman"/>
                        <a:ea typeface="Times New Roman"/>
                        <a:cs typeface="Times New Roman"/>
                        <a:sym typeface="Times New Roman"/>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Times New Roman"/>
                          <a:ea typeface="Times New Roman"/>
                          <a:cs typeface="Times New Roman"/>
                          <a:sym typeface="Times New Roman"/>
                        </a:rPr>
                        <a:t>(Approved by AICTE,Delhi &amp; Govt. of Maharashtra, affiliated to Savitribai Phule Pune University)</a:t>
                      </a:r>
                      <a:endParaRPr sz="900" u="none" strike="noStrike" cap="none">
                        <a:latin typeface="Times New Roman"/>
                        <a:ea typeface="Times New Roman"/>
                        <a:cs typeface="Times New Roman"/>
                        <a:sym typeface="Times New Roman"/>
                      </a:endParaRPr>
                    </a:p>
                    <a:p>
                      <a:pPr marL="0" marR="0" lvl="0" indent="0" algn="ctr" rtl="0">
                        <a:lnSpc>
                          <a:spcPct val="115000"/>
                        </a:lnSpc>
                        <a:spcBef>
                          <a:spcPts val="0"/>
                        </a:spcBef>
                        <a:spcAft>
                          <a:spcPts val="0"/>
                        </a:spcAft>
                        <a:buNone/>
                      </a:pPr>
                      <a:r>
                        <a:rPr lang="en-US" sz="1000" u="none" strike="noStrike" cap="none">
                          <a:latin typeface="Times New Roman"/>
                          <a:ea typeface="Times New Roman"/>
                          <a:cs typeface="Times New Roman"/>
                          <a:sym typeface="Times New Roman"/>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Times New Roman"/>
                          <a:ea typeface="Times New Roman"/>
                          <a:cs typeface="Times New Roman"/>
                          <a:sym typeface="Times New Roman"/>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62" name="Google Shape;962;p3"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63" name="Google Shape;963;p3"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64" name="Google Shape;964;p3"/>
          <p:cNvSpPr txBox="1"/>
          <p:nvPr/>
        </p:nvSpPr>
        <p:spPr>
          <a:xfrm>
            <a:off x="196769" y="1272126"/>
            <a:ext cx="8750400" cy="5387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a:solidFill>
                  <a:srgbClr val="FF0000"/>
                </a:solidFill>
                <a:latin typeface="Times New Roman"/>
                <a:ea typeface="Times New Roman"/>
                <a:cs typeface="Times New Roman"/>
                <a:sym typeface="Times New Roman"/>
              </a:rPr>
              <a:t>INTRODUCTION</a:t>
            </a:r>
            <a:endParaRPr sz="2800" b="1" i="0" u="sng" strike="noStrike" cap="none">
              <a:solidFill>
                <a:srgbClr val="FF0000"/>
              </a:solidFill>
              <a:latin typeface="Times New Roman"/>
              <a:ea typeface="Times New Roman"/>
              <a:cs typeface="Times New Roman"/>
              <a:sym typeface="Times New Roman"/>
            </a:endParaRPr>
          </a:p>
          <a:p>
            <a:pPr marL="0" marR="0" lvl="0" indent="0" algn="just" rtl="0">
              <a:lnSpc>
                <a:spcPct val="150000"/>
              </a:lnSpc>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The Public Distribution System (PDS) is India’s food security mechanism that provides subsidized food grains to ration card holders through Fair Price Shops (FPS). Despite its reach, the system faces inefficiencies, manual processes, and widespread corruption. The proposed </a:t>
            </a:r>
            <a:r>
              <a:rPr lang="en-US" sz="2400" b="1">
                <a:solidFill>
                  <a:schemeClr val="dk1"/>
                </a:solidFill>
                <a:latin typeface="Times New Roman"/>
                <a:ea typeface="Times New Roman"/>
                <a:cs typeface="Times New Roman"/>
                <a:sym typeface="Times New Roman"/>
              </a:rPr>
              <a:t>e-Ration Shop</a:t>
            </a:r>
            <a:r>
              <a:rPr lang="en-US" sz="2400">
                <a:solidFill>
                  <a:schemeClr val="dk1"/>
                </a:solidFill>
                <a:latin typeface="Times New Roman"/>
                <a:ea typeface="Times New Roman"/>
                <a:cs typeface="Times New Roman"/>
                <a:sym typeface="Times New Roman"/>
              </a:rPr>
              <a:t> is an online platform that enables ration card holders to order items directly from FPSs. The goal is to make the process transparent, efficient, and user-friendly by leveraging digital technology.</a:t>
            </a:r>
            <a:endParaRPr sz="240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79" name="Google Shape;979;p5"/>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80" name="Google Shape;980;p5"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81" name="Google Shape;981;p5"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82" name="Google Shape;982;p5"/>
          <p:cNvSpPr txBox="1"/>
          <p:nvPr/>
        </p:nvSpPr>
        <p:spPr>
          <a:xfrm>
            <a:off x="536574" y="981739"/>
            <a:ext cx="8070850" cy="1572185"/>
          </a:xfrm>
          <a:prstGeom prst="rect">
            <a:avLst/>
          </a:prstGeom>
          <a:noFill/>
          <a:ln>
            <a:noFill/>
          </a:ln>
        </p:spPr>
        <p:txBody>
          <a:bodyPr spcFirstLastPara="1" wrap="square" lIns="91425" tIns="45700" rIns="91425" bIns="45700" anchor="t" anchorCtr="0">
            <a:spAutoFit/>
          </a:bodyPr>
          <a:lstStyle/>
          <a:p>
            <a:pPr algn="ctr">
              <a:buClr>
                <a:srgbClr val="FF0000"/>
              </a:buClr>
              <a:buSzPts val="2400"/>
            </a:pPr>
            <a:r>
              <a:rPr lang="en-US" sz="2800" b="1" u="sng" dirty="0">
                <a:solidFill>
                  <a:srgbClr val="FF0000"/>
                </a:solidFill>
                <a:latin typeface="Times New Roman"/>
                <a:ea typeface="Times New Roman"/>
                <a:cs typeface="Times New Roman"/>
                <a:sym typeface="Times New Roman"/>
              </a:rPr>
              <a:t>LITERATURE REVIEW</a:t>
            </a:r>
            <a:endParaRPr lang="en-US" sz="2800" b="1" i="0" u="sng" strike="noStrike" cap="none">
              <a:solidFill>
                <a:srgbClr val="00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983" name="Google Shape;983;p5"/>
          <p:cNvGraphicFramePr/>
          <p:nvPr>
            <p:extLst>
              <p:ext uri="{D42A27DB-BD31-4B8C-83A1-F6EECF244321}">
                <p14:modId xmlns:p14="http://schemas.microsoft.com/office/powerpoint/2010/main" val="123406483"/>
              </p:ext>
            </p:extLst>
          </p:nvPr>
        </p:nvGraphicFramePr>
        <p:xfrm>
          <a:off x="152399" y="1569720"/>
          <a:ext cx="8839175" cy="5067360"/>
        </p:xfrm>
        <a:graphic>
          <a:graphicData uri="http://schemas.openxmlformats.org/drawingml/2006/table">
            <a:tbl>
              <a:tblPr firstRow="1" bandRow="1">
                <a:noFill/>
                <a:tableStyleId>{09CAA7B2-A04D-46ED-B5DE-FEF1A114C4F6}</a:tableStyleId>
              </a:tblPr>
              <a:tblGrid>
                <a:gridCol w="508725">
                  <a:extLst>
                    <a:ext uri="{9D8B030D-6E8A-4147-A177-3AD203B41FA5}">
                      <a16:colId xmlns:a16="http://schemas.microsoft.com/office/drawing/2014/main" xmlns="" val="20000"/>
                    </a:ext>
                  </a:extLst>
                </a:gridCol>
                <a:gridCol w="1462600">
                  <a:extLst>
                    <a:ext uri="{9D8B030D-6E8A-4147-A177-3AD203B41FA5}">
                      <a16:colId xmlns:a16="http://schemas.microsoft.com/office/drawing/2014/main" xmlns="" val="20001"/>
                    </a:ext>
                  </a:extLst>
                </a:gridCol>
                <a:gridCol w="1523475">
                  <a:extLst>
                    <a:ext uri="{9D8B030D-6E8A-4147-A177-3AD203B41FA5}">
                      <a16:colId xmlns:a16="http://schemas.microsoft.com/office/drawing/2014/main" xmlns="" val="20002"/>
                    </a:ext>
                  </a:extLst>
                </a:gridCol>
                <a:gridCol w="1799425">
                  <a:extLst>
                    <a:ext uri="{9D8B030D-6E8A-4147-A177-3AD203B41FA5}">
                      <a16:colId xmlns:a16="http://schemas.microsoft.com/office/drawing/2014/main" xmlns="" val="20003"/>
                    </a:ext>
                  </a:extLst>
                </a:gridCol>
                <a:gridCol w="3544950">
                  <a:extLst>
                    <a:ext uri="{9D8B030D-6E8A-4147-A177-3AD203B41FA5}">
                      <a16:colId xmlns:a16="http://schemas.microsoft.com/office/drawing/2014/main" xmlns="" val="20004"/>
                    </a:ext>
                  </a:extLst>
                </a:gridCol>
              </a:tblGrid>
              <a:tr h="581400">
                <a:tc>
                  <a:txBody>
                    <a:bodyPr/>
                    <a:lstStyle/>
                    <a:p>
                      <a:pPr marL="0" marR="0" lvl="0" indent="0" algn="ctr" rtl="0">
                        <a:spcBef>
                          <a:spcPts val="0"/>
                        </a:spcBef>
                        <a:spcAft>
                          <a:spcPts val="0"/>
                        </a:spcAft>
                        <a:buNone/>
                      </a:pPr>
                      <a:r>
                        <a:rPr lang="en-US" sz="1800" u="none" strike="noStrike" cap="none" dirty="0" err="1">
                          <a:latin typeface="Times New Roman"/>
                          <a:ea typeface="Times New Roman"/>
                          <a:cs typeface="Times New Roman"/>
                          <a:sym typeface="Times New Roman"/>
                        </a:rPr>
                        <a:t>SR.No</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Title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Content</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 name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2076475">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Role of ICT in Public Distribution System</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Explains the impact of digital tools like biometric authentication, SMS alerts, and online tracking in improving PDS delivery.</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Dr. R. </a:t>
                      </a:r>
                      <a:r>
                        <a:rPr lang="en-US" dirty="0" err="1">
                          <a:latin typeface="Times New Roman" panose="02020603050405020304" pitchFamily="18" charset="0"/>
                          <a:cs typeface="Times New Roman" panose="02020603050405020304" pitchFamily="18" charset="0"/>
                        </a:rPr>
                        <a:t>Meenakshi</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Highlights the positive effects of digitization in reducing corruption and improving transparency.</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1"/>
                  </a:ext>
                </a:extLst>
              </a:tr>
              <a:tr h="2076475">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 </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Smart Ration Card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AI</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Describes how smart ration cards linked with biometrics and AI-based monitoring can reduce manual errors.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err="1">
                          <a:latin typeface="Times New Roman" panose="02020603050405020304" pitchFamily="18" charset="0"/>
                          <a:cs typeface="Times New Roman" panose="02020603050405020304" pitchFamily="18" charset="0"/>
                        </a:rPr>
                        <a:t>Priya</a:t>
                      </a:r>
                      <a:r>
                        <a:rPr lang="en-US" dirty="0">
                          <a:latin typeface="Times New Roman" panose="02020603050405020304" pitchFamily="18" charset="0"/>
                          <a:cs typeface="Times New Roman" panose="02020603050405020304" pitchFamily="18" charset="0"/>
                        </a:rPr>
                        <a:t> Sharma et al.</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Proposes a smart, automated, and tamper-proof ration delivery system.</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89" name="Google Shape;989;p6"/>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90" name="Google Shape;990;p6"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91" name="Google Shape;991;p6"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92" name="Google Shape;992;p6"/>
          <p:cNvSpPr txBox="1"/>
          <p:nvPr/>
        </p:nvSpPr>
        <p:spPr>
          <a:xfrm>
            <a:off x="532145" y="1080977"/>
            <a:ext cx="8070850" cy="1941517"/>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ea typeface="Times New Roman"/>
                <a:cs typeface="Times New Roman"/>
                <a:sym typeface="Times New Roman"/>
              </a:rPr>
              <a:t>LITERATURE REVIEW</a:t>
            </a:r>
            <a:endParaRPr lang="en-US" sz="2800" dirty="0">
              <a:latin typeface="Times New Roman"/>
              <a:ea typeface="Times New Roman"/>
              <a:cs typeface="Times New Roman"/>
            </a:endParaRPr>
          </a:p>
          <a:p>
            <a:pPr marL="0" marR="0" lvl="0" indent="0" algn="ctr">
              <a:lnSpc>
                <a:spcPct val="100000"/>
              </a:lnSpc>
              <a:spcBef>
                <a:spcPts val="0"/>
              </a:spcBef>
              <a:spcAft>
                <a:spcPts val="0"/>
              </a:spcAft>
              <a:buSzPts val="2400"/>
              <a:buFont typeface="Arial"/>
              <a:buNone/>
            </a:pPr>
            <a:endParaRPr lang="en-US" sz="2400" b="1" i="0"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993" name="Google Shape;993;p6"/>
          <p:cNvGraphicFramePr/>
          <p:nvPr>
            <p:extLst>
              <p:ext uri="{D42A27DB-BD31-4B8C-83A1-F6EECF244321}">
                <p14:modId xmlns:p14="http://schemas.microsoft.com/office/powerpoint/2010/main" val="540045247"/>
              </p:ext>
            </p:extLst>
          </p:nvPr>
        </p:nvGraphicFramePr>
        <p:xfrm>
          <a:off x="152400" y="1676399"/>
          <a:ext cx="8839225" cy="4958236"/>
        </p:xfrm>
        <a:graphic>
          <a:graphicData uri="http://schemas.openxmlformats.org/drawingml/2006/table">
            <a:tbl>
              <a:tblPr firstRow="1" bandRow="1">
                <a:noFill/>
                <a:tableStyleId>{09CAA7B2-A04D-46ED-B5DE-FEF1A114C4F6}</a:tableStyleId>
              </a:tblPr>
              <a:tblGrid>
                <a:gridCol w="570275">
                  <a:extLst>
                    <a:ext uri="{9D8B030D-6E8A-4147-A177-3AD203B41FA5}">
                      <a16:colId xmlns:a16="http://schemas.microsoft.com/office/drawing/2014/main" xmlns="" val="20000"/>
                    </a:ext>
                  </a:extLst>
                </a:gridCol>
                <a:gridCol w="1265150">
                  <a:extLst>
                    <a:ext uri="{9D8B030D-6E8A-4147-A177-3AD203B41FA5}">
                      <a16:colId xmlns:a16="http://schemas.microsoft.com/office/drawing/2014/main" xmlns="" val="20001"/>
                    </a:ext>
                  </a:extLst>
                </a:gridCol>
                <a:gridCol w="1471000">
                  <a:extLst>
                    <a:ext uri="{9D8B030D-6E8A-4147-A177-3AD203B41FA5}">
                      <a16:colId xmlns:a16="http://schemas.microsoft.com/office/drawing/2014/main" xmlns="" val="20002"/>
                    </a:ext>
                  </a:extLst>
                </a:gridCol>
                <a:gridCol w="1679725">
                  <a:extLst>
                    <a:ext uri="{9D8B030D-6E8A-4147-A177-3AD203B41FA5}">
                      <a16:colId xmlns:a16="http://schemas.microsoft.com/office/drawing/2014/main" xmlns="" val="20003"/>
                    </a:ext>
                  </a:extLst>
                </a:gridCol>
                <a:gridCol w="3853075">
                  <a:extLst>
                    <a:ext uri="{9D8B030D-6E8A-4147-A177-3AD203B41FA5}">
                      <a16:colId xmlns:a16="http://schemas.microsoft.com/office/drawing/2014/main" xmlns="" val="20004"/>
                    </a:ext>
                  </a:extLst>
                </a:gridCol>
              </a:tblGrid>
              <a:tr h="1061814">
                <a:tc>
                  <a:txBody>
                    <a:bodyPr/>
                    <a:lstStyle/>
                    <a:p>
                      <a:pPr marL="0" marR="0" lvl="0" indent="0" algn="ctr" rtl="0">
                        <a:spcBef>
                          <a:spcPts val="0"/>
                        </a:spcBef>
                        <a:spcAft>
                          <a:spcPts val="0"/>
                        </a:spcAft>
                        <a:buNone/>
                      </a:pPr>
                      <a:r>
                        <a:rPr lang="en-US" sz="1800" u="none" strike="noStrike" cap="none" dirty="0" err="1">
                          <a:latin typeface="Times New Roman"/>
                          <a:ea typeface="Times New Roman"/>
                          <a:cs typeface="Times New Roman"/>
                          <a:sym typeface="Times New Roman"/>
                        </a:rPr>
                        <a:t>SR.No</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Title</a:t>
                      </a:r>
                      <a:endParaRPr sz="1800" u="none" strike="noStrike" cap="none">
                        <a:latin typeface="Times New Roman"/>
                        <a:ea typeface="Times New Roman"/>
                        <a:cs typeface="Times New Roman"/>
                        <a:sym typeface="Times New Roman"/>
                      </a:endParaRPr>
                    </a:p>
                    <a:p>
                      <a:pPr marL="0" marR="0" lvl="0" indent="0" algn="ctr" rtl="0">
                        <a:spcBef>
                          <a:spcPts val="0"/>
                        </a:spcBef>
                        <a:spcAft>
                          <a:spcPts val="0"/>
                        </a:spcAft>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Content</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 name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1884732">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Automation in Fair Price Shops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Focuses on automating Fair Price Shops using touch screens, fingerprint devices, and </a:t>
                      </a:r>
                      <a:r>
                        <a:rPr lang="en-US" dirty="0" err="1">
                          <a:latin typeface="Times New Roman" panose="02020603050405020304" pitchFamily="18" charset="0"/>
                          <a:cs typeface="Times New Roman" panose="02020603050405020304" pitchFamily="18" charset="0"/>
                        </a:rPr>
                        <a:t>ePOS</a:t>
                      </a:r>
                      <a:r>
                        <a:rPr lang="en-US" dirty="0">
                          <a:latin typeface="Times New Roman" panose="02020603050405020304" pitchFamily="18" charset="0"/>
                          <a:cs typeface="Times New Roman" panose="02020603050405020304" pitchFamily="18" charset="0"/>
                        </a:rPr>
                        <a:t> machines.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K. </a:t>
                      </a:r>
                      <a:r>
                        <a:rPr lang="en-US" dirty="0" err="1">
                          <a:latin typeface="Times New Roman" panose="02020603050405020304" pitchFamily="18" charset="0"/>
                          <a:cs typeface="Times New Roman" panose="02020603050405020304" pitchFamily="18" charset="0"/>
                        </a:rPr>
                        <a:t>Rajkumar</a:t>
                      </a:r>
                      <a:r>
                        <a:rPr lang="en-US" dirty="0">
                          <a:latin typeface="Times New Roman" panose="02020603050405020304" pitchFamily="18" charset="0"/>
                          <a:cs typeface="Times New Roman" panose="02020603050405020304" pitchFamily="18" charset="0"/>
                        </a:rPr>
                        <a:t> &amp; D. </a:t>
                      </a:r>
                      <a:r>
                        <a:rPr lang="en-US" dirty="0" err="1">
                          <a:latin typeface="Times New Roman" panose="02020603050405020304" pitchFamily="18" charset="0"/>
                          <a:cs typeface="Times New Roman" panose="02020603050405020304" pitchFamily="18" charset="0"/>
                        </a:rPr>
                        <a:t>Karthikeyan</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Demonstrates the efficiency of automation in reducing pilferage and human dependency.</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1"/>
                  </a:ext>
                </a:extLst>
              </a:tr>
              <a:tr h="1884732">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Digital India and PDS Reforms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Studies how Digital India initiatives can revolutionize the public distribution system using </a:t>
                      </a:r>
                      <a:r>
                        <a:rPr lang="en-US" dirty="0" err="1">
                          <a:latin typeface="Times New Roman" panose="02020603050405020304" pitchFamily="18" charset="0"/>
                          <a:cs typeface="Times New Roman" panose="02020603050405020304" pitchFamily="18" charset="0"/>
                        </a:rPr>
                        <a:t>Aadhaar</a:t>
                      </a:r>
                      <a:r>
                        <a:rPr lang="en-US" dirty="0">
                          <a:latin typeface="Times New Roman" panose="02020603050405020304" pitchFamily="18" charset="0"/>
                          <a:cs typeface="Times New Roman" panose="02020603050405020304" pitchFamily="18" charset="0"/>
                        </a:rPr>
                        <a:t> and DBT.</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NITI </a:t>
                      </a:r>
                      <a:r>
                        <a:rPr lang="en-US" dirty="0" err="1">
                          <a:latin typeface="Times New Roman" panose="02020603050405020304" pitchFamily="18" charset="0"/>
                          <a:cs typeface="Times New Roman" panose="02020603050405020304" pitchFamily="18" charset="0"/>
                        </a:rPr>
                        <a:t>Aayog</a:t>
                      </a:r>
                      <a:r>
                        <a:rPr lang="en-US" dirty="0">
                          <a:latin typeface="Times New Roman" panose="02020603050405020304" pitchFamily="18" charset="0"/>
                          <a:cs typeface="Times New Roman" panose="02020603050405020304" pitchFamily="18" charset="0"/>
                        </a:rPr>
                        <a:t> Report</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Highlights the scope of nationwide digital infrastructure in strengthening PDS.</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p7"/>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99" name="Google Shape;999;p7"/>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a:latin typeface="Cambria"/>
                          <a:ea typeface="Cambria"/>
                          <a:cs typeface="Cambria"/>
                          <a:sym typeface="Cambria"/>
                        </a:rPr>
                        <a:t>Imperial College of Engineering and Research,Wagholi,Pune.</a:t>
                      </a:r>
                      <a:endParaRPr sz="1200">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a:latin typeface="Cambria"/>
                          <a:ea typeface="Cambria"/>
                          <a:cs typeface="Cambria"/>
                          <a:sym typeface="Cambria"/>
                        </a:rPr>
                        <a:t>(Approved by AICTE,Delhi &amp; Govt. of Maharashtra, affiliated to Savitribai Phule Pune University)</a:t>
                      </a:r>
                      <a:endParaRPr sz="900">
                        <a:latin typeface="Cambria"/>
                        <a:ea typeface="Cambria"/>
                        <a:cs typeface="Cambria"/>
                        <a:sym typeface="Cambria"/>
                      </a:endParaRPr>
                    </a:p>
                    <a:p>
                      <a:pPr marL="0" marR="0" lvl="0" indent="0" algn="ctr" rtl="0">
                        <a:lnSpc>
                          <a:spcPct val="115000"/>
                        </a:lnSpc>
                        <a:spcBef>
                          <a:spcPts val="0"/>
                        </a:spcBef>
                        <a:spcAft>
                          <a:spcPts val="0"/>
                        </a:spcAft>
                        <a:buNone/>
                      </a:pPr>
                      <a:r>
                        <a:rPr lang="en-US" sz="1000">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00" name="Google Shape;1000;p7"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01" name="Google Shape;1001;p7"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02" name="Google Shape;1002;p7"/>
          <p:cNvSpPr txBox="1"/>
          <p:nvPr/>
        </p:nvSpPr>
        <p:spPr>
          <a:xfrm>
            <a:off x="574675" y="1080977"/>
            <a:ext cx="8070850" cy="1941517"/>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ea typeface="Times New Roman"/>
                <a:cs typeface="Times New Roman"/>
                <a:sym typeface="Times New Roman"/>
              </a:rPr>
              <a:t>LITERATURE REVIEW</a:t>
            </a:r>
            <a:endParaRPr lang="en-US" sz="2800" dirty="0">
              <a:latin typeface="Times New Roman"/>
              <a:ea typeface="Times New Roman"/>
              <a:cs typeface="Times New Roman"/>
            </a:endParaRPr>
          </a:p>
          <a:p>
            <a:pPr marL="0" marR="0" lvl="0" indent="0" algn="ctr">
              <a:lnSpc>
                <a:spcPct val="100000"/>
              </a:lnSpc>
              <a:spcBef>
                <a:spcPts val="0"/>
              </a:spcBef>
              <a:spcAft>
                <a:spcPts val="0"/>
              </a:spcAft>
              <a:buSzPts val="2400"/>
              <a:buFont typeface="Arial"/>
              <a:buNone/>
            </a:pPr>
            <a:endParaRPr lang="en-US" sz="2400" b="1" i="0"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1003" name="Google Shape;1003;p7"/>
          <p:cNvGraphicFramePr/>
          <p:nvPr>
            <p:extLst>
              <p:ext uri="{D42A27DB-BD31-4B8C-83A1-F6EECF244321}">
                <p14:modId xmlns:p14="http://schemas.microsoft.com/office/powerpoint/2010/main" val="2918579483"/>
              </p:ext>
            </p:extLst>
          </p:nvPr>
        </p:nvGraphicFramePr>
        <p:xfrm>
          <a:off x="239233" y="1717547"/>
          <a:ext cx="8839200" cy="4629399"/>
        </p:xfrm>
        <a:graphic>
          <a:graphicData uri="http://schemas.openxmlformats.org/drawingml/2006/table">
            <a:tbl>
              <a:tblPr firstRow="1" bandRow="1">
                <a:noFill/>
                <a:tableStyleId>{09CAA7B2-A04D-46ED-B5DE-FEF1A114C4F6}</a:tableStyleId>
              </a:tblPr>
              <a:tblGrid>
                <a:gridCol w="570275">
                  <a:extLst>
                    <a:ext uri="{9D8B030D-6E8A-4147-A177-3AD203B41FA5}">
                      <a16:colId xmlns:a16="http://schemas.microsoft.com/office/drawing/2014/main" xmlns="" val="20000"/>
                    </a:ext>
                  </a:extLst>
                </a:gridCol>
                <a:gridCol w="1314850">
                  <a:extLst>
                    <a:ext uri="{9D8B030D-6E8A-4147-A177-3AD203B41FA5}">
                      <a16:colId xmlns:a16="http://schemas.microsoft.com/office/drawing/2014/main" xmlns="" val="20001"/>
                    </a:ext>
                  </a:extLst>
                </a:gridCol>
                <a:gridCol w="1689650">
                  <a:extLst>
                    <a:ext uri="{9D8B030D-6E8A-4147-A177-3AD203B41FA5}">
                      <a16:colId xmlns:a16="http://schemas.microsoft.com/office/drawing/2014/main" xmlns="" val="20002"/>
                    </a:ext>
                  </a:extLst>
                </a:gridCol>
                <a:gridCol w="1411350">
                  <a:extLst>
                    <a:ext uri="{9D8B030D-6E8A-4147-A177-3AD203B41FA5}">
                      <a16:colId xmlns:a16="http://schemas.microsoft.com/office/drawing/2014/main" xmlns="" val="20003"/>
                    </a:ext>
                  </a:extLst>
                </a:gridCol>
                <a:gridCol w="3853075">
                  <a:extLst>
                    <a:ext uri="{9D8B030D-6E8A-4147-A177-3AD203B41FA5}">
                      <a16:colId xmlns:a16="http://schemas.microsoft.com/office/drawing/2014/main" xmlns="" val="20004"/>
                    </a:ext>
                  </a:extLst>
                </a:gridCol>
              </a:tblGrid>
              <a:tr h="1017445">
                <a:tc>
                  <a:txBody>
                    <a:bodyPr/>
                    <a:lstStyle/>
                    <a:p>
                      <a:pPr marL="0" marR="0" lvl="0" indent="0" algn="ctr" rtl="0">
                        <a:spcBef>
                          <a:spcPts val="0"/>
                        </a:spcBef>
                        <a:spcAft>
                          <a:spcPts val="0"/>
                        </a:spcAft>
                        <a:buNone/>
                      </a:pPr>
                      <a:r>
                        <a:rPr lang="en-US" sz="1800" dirty="0" err="1">
                          <a:latin typeface="Times New Roman"/>
                          <a:ea typeface="Times New Roman"/>
                          <a:cs typeface="Times New Roman"/>
                          <a:sym typeface="Times New Roman"/>
                        </a:rPr>
                        <a:t>SR.No</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p>
                      <a:pPr marL="0" marR="0" lvl="0" indent="0" algn="ctr" rtl="0">
                        <a:spcBef>
                          <a:spcPts val="0"/>
                        </a:spcBef>
                        <a:spcAft>
                          <a:spcPts val="0"/>
                        </a:spcAft>
                        <a:buNone/>
                      </a:pP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Content</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Author name</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Description</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1805977">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5. </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Machine Learning in Supply Chain Forecasting</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Explains the role of machine learning in demand prediction and inventory management in food supply chains.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err="1">
                          <a:latin typeface="Times New Roman" panose="02020603050405020304" pitchFamily="18" charset="0"/>
                          <a:cs typeface="Times New Roman" panose="02020603050405020304" pitchFamily="18" charset="0"/>
                        </a:rPr>
                        <a:t>Aniket</a:t>
                      </a:r>
                      <a:r>
                        <a:rPr lang="en-US" dirty="0">
                          <a:latin typeface="Times New Roman" panose="02020603050405020304" pitchFamily="18" charset="0"/>
                          <a:cs typeface="Times New Roman" panose="02020603050405020304" pitchFamily="18" charset="0"/>
                        </a:rPr>
                        <a:t> Ghosh &amp; Rahul Sinha</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Shows how AI helps optimize grain allocation based on population and past data.</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1"/>
                  </a:ext>
                </a:extLst>
              </a:tr>
              <a:tr h="1805977">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6.</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e-Governance for Ration Distribution</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Describes the use of online platforms to bring transparency, tracking, and accountability in ration delivery.</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Ministry of Consumer Affairs</a:t>
                      </a:r>
                      <a:endParaRPr dirty="0">
                        <a:latin typeface="Times New Roman" panose="02020603050405020304" pitchFamily="18" charset="0"/>
                        <a:cs typeface="Times New Roman" panose="02020603050405020304" pitchFamily="18" charset="0"/>
                      </a:endParaRPr>
                    </a:p>
                  </a:txBody>
                  <a:tcPr marL="91450" marR="91450" marT="45725" marB="45725"/>
                </a:tc>
                <a:tc>
                  <a:txBody>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Advocates for web-based portals to reduce fake ration cards and manual errors.</a:t>
                      </a:r>
                      <a:endParaRPr dirty="0">
                        <a:latin typeface="Times New Roman" panose="02020603050405020304" pitchFamily="18" charset="0"/>
                        <a:cs typeface="Times New Roman" panose="02020603050405020304" pitchFamily="18" charset="0"/>
                      </a:endParaRPr>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70" name="Google Shape;970;p4"/>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71" name="Google Shape;971;p4"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72" name="Google Shape;972;p4"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73" name="Google Shape;973;p4"/>
          <p:cNvSpPr txBox="1"/>
          <p:nvPr/>
        </p:nvSpPr>
        <p:spPr>
          <a:xfrm>
            <a:off x="195828" y="1088065"/>
            <a:ext cx="8750400" cy="440372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PROBLEM STATEMENT</a:t>
            </a:r>
            <a:endParaRPr dirty="0"/>
          </a:p>
          <a:p>
            <a:pPr algn="ctr">
              <a:lnSpc>
                <a:spcPct val="150000"/>
              </a:lnSpc>
              <a:buSzPts val="2800"/>
            </a:pPr>
            <a:endParaRPr lang="en-US" sz="1200" b="1" u="sng" dirty="0">
              <a:solidFill>
                <a:srgbClr val="FF0000"/>
              </a:solidFill>
              <a:latin typeface="Times New Roman"/>
              <a:ea typeface="Times New Roman"/>
              <a:cs typeface="Times New Roman"/>
            </a:endParaRPr>
          </a:p>
          <a:p>
            <a:pPr marL="0" marR="0" lvl="0" indent="0" algn="just" rtl="0">
              <a:lnSpc>
                <a:spcPct val="150000"/>
              </a:lnSpc>
              <a:spcBef>
                <a:spcPts val="480"/>
              </a:spcBef>
              <a:spcAft>
                <a:spcPts val="0"/>
              </a:spcAft>
              <a:buClr>
                <a:schemeClr val="dk1"/>
              </a:buClr>
              <a:buSzPts val="2400"/>
              <a:buFont typeface="Arial"/>
              <a:buNone/>
            </a:pPr>
            <a:r>
              <a:rPr lang="en-US" sz="2400" dirty="0">
                <a:solidFill>
                  <a:schemeClr val="dk1"/>
                </a:solidFill>
                <a:latin typeface="Times New Roman"/>
                <a:ea typeface="Times New Roman"/>
                <a:cs typeface="Times New Roman"/>
                <a:sym typeface="Times New Roman"/>
              </a:rPr>
              <a:t>The current PDS is plagued by urban bias, fake ration cards, and malpractice by FPS dealers. Beneficiaries often receive less than their entitled share, and there is little recourse for complaints. Due to lack of automation and monitoring, corruption and diversion of food grains are common. A digital solution is needed to ensure fair and accountable distribution.</a:t>
            </a:r>
            <a:endParaRPr sz="2400" b="1" i="0" u="sng" strike="noStrike" cap="none">
              <a:solidFill>
                <a:schemeClr val="dk1"/>
              </a:solidFill>
              <a:latin typeface="Times New Roman"/>
              <a:ea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8"/>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09" name="Google Shape;1009;p8"/>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0" name="Google Shape;1010;p8"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11" name="Google Shape;1011;p8"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12" name="Google Shape;1012;p8"/>
          <p:cNvSpPr txBox="1"/>
          <p:nvPr/>
        </p:nvSpPr>
        <p:spPr>
          <a:xfrm>
            <a:off x="481445" y="1320545"/>
            <a:ext cx="8052900" cy="405235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OBJECTIVE</a:t>
            </a:r>
            <a:endParaRPr lang="en-US" sz="2800"/>
          </a:p>
          <a:p>
            <a:pPr marL="0" marR="0" lvl="0" indent="0" algn="ctr" rtl="0">
              <a:lnSpc>
                <a:spcPct val="100000"/>
              </a:lnSpc>
              <a:spcBef>
                <a:spcPts val="560"/>
              </a:spcBef>
              <a:spcAft>
                <a:spcPts val="0"/>
              </a:spcAft>
              <a:buClr>
                <a:schemeClr val="dk1"/>
              </a:buClr>
              <a:buSzPts val="2800"/>
              <a:buFont typeface="Arial"/>
              <a:buNone/>
            </a:pPr>
            <a:endParaRPr sz="3200" b="1" i="0" u="sng"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None/>
            </a:pPr>
            <a:r>
              <a:rPr lang="en-US" sz="2400" dirty="0">
                <a:latin typeface="Times New Roman"/>
              </a:rPr>
              <a:t>Develop an online e-Ration platform to:</a:t>
            </a:r>
            <a:endParaRPr sz="2400" dirty="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Prevent corruption and reduce manual errors.</a:t>
            </a:r>
            <a:endParaRPr sz="240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Provide real-time stock visibility and transparency.</a:t>
            </a:r>
            <a:endParaRPr sz="240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Ensure rightful entitlements reach beneficiaries.</a:t>
            </a:r>
            <a:endParaRPr sz="2400">
              <a:latin typeface="Times New Roman"/>
            </a:endParaRPr>
          </a:p>
          <a:p>
            <a:pPr marL="457200" marR="0" lvl="0" indent="-355600" algn="l" rtl="0">
              <a:lnSpc>
                <a:spcPct val="150000"/>
              </a:lnSpc>
              <a:spcBef>
                <a:spcPts val="0"/>
              </a:spcBef>
              <a:spcAft>
                <a:spcPts val="0"/>
              </a:spcAft>
              <a:buSzPts val="2000"/>
              <a:buAutoNum type="arabicPeriod"/>
            </a:pPr>
            <a:r>
              <a:rPr lang="en-US" sz="2400" dirty="0">
                <a:latin typeface="Times New Roman"/>
              </a:rPr>
              <a:t>Empower users with grievance redressal tools.</a:t>
            </a:r>
            <a:endParaRPr sz="2400">
              <a:latin typeface="Times New Roman"/>
            </a:endParaRPr>
          </a:p>
          <a:p>
            <a:pPr marL="0" marR="0" lvl="0" indent="0" algn="l" rtl="0">
              <a:lnSpc>
                <a:spcPct val="100000"/>
              </a:lnSpc>
              <a:spcBef>
                <a:spcPts val="480"/>
              </a:spcBef>
              <a:spcAft>
                <a:spcPts val="0"/>
              </a:spcAft>
              <a:buNone/>
            </a:pP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MICROSERVICES ARCHITECTURE</a:t>
            </a:r>
            <a:endParaRPr lang="en-US" sz="2800" u="sng"/>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pic>
        <p:nvPicPr>
          <p:cNvPr id="7" name="Picture 6" descr="A diagram of a server&#10;&#10;AI-generated content may be incorrect.">
            <a:extLst>
              <a:ext uri="{FF2B5EF4-FFF2-40B4-BE49-F238E27FC236}">
                <a16:creationId xmlns:a16="http://schemas.microsoft.com/office/drawing/2014/main" xmlns="" id="{9B55B144-08AE-A6A4-45F6-55ED2040BA42}"/>
              </a:ext>
            </a:extLst>
          </p:cNvPr>
          <p:cNvPicPr>
            <a:picLocks noChangeAspect="1"/>
          </p:cNvPicPr>
          <p:nvPr/>
        </p:nvPicPr>
        <p:blipFill>
          <a:blip r:embed="rId5"/>
          <a:stretch>
            <a:fillRect/>
          </a:stretch>
        </p:blipFill>
        <p:spPr>
          <a:xfrm>
            <a:off x="646545" y="1718401"/>
            <a:ext cx="8081819" cy="46103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xmlns="" id="{6FDBD880-DACF-138D-0C2A-D26CFCD69E15}"/>
            </a:ext>
          </a:extLst>
        </p:cNvPr>
        <p:cNvGrpSpPr/>
        <p:nvPr/>
      </p:nvGrpSpPr>
      <p:grpSpPr>
        <a:xfrm>
          <a:off x="0" y="0"/>
          <a:ext cx="0" cy="0"/>
          <a:chOff x="0" y="0"/>
          <a:chExt cx="0" cy="0"/>
        </a:xfrm>
      </p:grpSpPr>
      <p:sp>
        <p:nvSpPr>
          <p:cNvPr id="1017" name="Google Shape;1017;p9">
            <a:extLst>
              <a:ext uri="{FF2B5EF4-FFF2-40B4-BE49-F238E27FC236}">
                <a16:creationId xmlns:a16="http://schemas.microsoft.com/office/drawing/2014/main" xmlns="" id="{1F689391-35BD-E61E-0700-8CA458F11AA6}"/>
              </a:ext>
            </a:extLst>
          </p:cNvPr>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a:extLst>
              <a:ext uri="{FF2B5EF4-FFF2-40B4-BE49-F238E27FC236}">
                <a16:creationId xmlns:a16="http://schemas.microsoft.com/office/drawing/2014/main" xmlns="" id="{EEC9214F-38F4-D784-854C-E71C1CD098E0}"/>
              </a:ext>
            </a:extLst>
          </p:cNvPr>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a:extLst>
              <a:ext uri="{FF2B5EF4-FFF2-40B4-BE49-F238E27FC236}">
                <a16:creationId xmlns:a16="http://schemas.microsoft.com/office/drawing/2014/main" xmlns="" id="{A62A0D9B-8510-1DA1-8495-8E7A5F9B3E00}"/>
              </a:ext>
            </a:extLst>
          </p:cNvPr>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a:extLst>
              <a:ext uri="{FF2B5EF4-FFF2-40B4-BE49-F238E27FC236}">
                <a16:creationId xmlns:a16="http://schemas.microsoft.com/office/drawing/2014/main" xmlns="" id="{31F96201-A152-55B6-B5C8-CE468CEDA784}"/>
              </a:ext>
            </a:extLst>
          </p:cNvPr>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a:extLst>
              <a:ext uri="{FF2B5EF4-FFF2-40B4-BE49-F238E27FC236}">
                <a16:creationId xmlns:a16="http://schemas.microsoft.com/office/drawing/2014/main" xmlns="" id="{338D51A5-793F-AD75-4701-7E699ADE227C}"/>
              </a:ext>
            </a:extLst>
          </p:cNvPr>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ER DIAGRAM</a:t>
            </a:r>
            <a:endParaRPr lang="en-US" sz="2800" u="sng"/>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pic>
        <p:nvPicPr>
          <p:cNvPr id="2" name="Picture 1" descr="A diagram of a distribution&#10;&#10;AI-generated content may be incorrect.">
            <a:extLst>
              <a:ext uri="{FF2B5EF4-FFF2-40B4-BE49-F238E27FC236}">
                <a16:creationId xmlns:a16="http://schemas.microsoft.com/office/drawing/2014/main" xmlns="" id="{C163107E-7B70-0D12-2649-C5EA65B11C1C}"/>
              </a:ext>
            </a:extLst>
          </p:cNvPr>
          <p:cNvPicPr>
            <a:picLocks noChangeAspect="1"/>
          </p:cNvPicPr>
          <p:nvPr/>
        </p:nvPicPr>
        <p:blipFill>
          <a:blip r:embed="rId5"/>
          <a:stretch>
            <a:fillRect/>
          </a:stretch>
        </p:blipFill>
        <p:spPr>
          <a:xfrm>
            <a:off x="641935" y="1593683"/>
            <a:ext cx="7595436" cy="4881813"/>
          </a:xfrm>
          <a:prstGeom prst="rect">
            <a:avLst/>
          </a:prstGeom>
          <a:ln>
            <a:noFill/>
          </a:ln>
        </p:spPr>
      </p:pic>
    </p:spTree>
    <p:extLst>
      <p:ext uri="{BB962C8B-B14F-4D97-AF65-F5344CB8AC3E}">
        <p14:creationId xmlns:p14="http://schemas.microsoft.com/office/powerpoint/2010/main" val="269005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xmlns="" id="{F835737E-18E0-1A4A-B5E7-713B751E5DD9}"/>
            </a:ext>
          </a:extLst>
        </p:cNvPr>
        <p:cNvGrpSpPr/>
        <p:nvPr/>
      </p:nvGrpSpPr>
      <p:grpSpPr>
        <a:xfrm>
          <a:off x="0" y="0"/>
          <a:ext cx="0" cy="0"/>
          <a:chOff x="0" y="0"/>
          <a:chExt cx="0" cy="0"/>
        </a:xfrm>
      </p:grpSpPr>
      <p:sp>
        <p:nvSpPr>
          <p:cNvPr id="1017" name="Google Shape;1017;p9">
            <a:extLst>
              <a:ext uri="{FF2B5EF4-FFF2-40B4-BE49-F238E27FC236}">
                <a16:creationId xmlns:a16="http://schemas.microsoft.com/office/drawing/2014/main" xmlns="" id="{12A031DC-4314-EEF0-6937-EB882355DEC9}"/>
              </a:ext>
            </a:extLst>
          </p:cNvPr>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a:extLst>
              <a:ext uri="{FF2B5EF4-FFF2-40B4-BE49-F238E27FC236}">
                <a16:creationId xmlns:a16="http://schemas.microsoft.com/office/drawing/2014/main" xmlns="" id="{871B592A-5F8A-FB59-E9B8-1A858DD317F0}"/>
              </a:ext>
            </a:extLst>
          </p:cNvPr>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a:extLst>
              <a:ext uri="{FF2B5EF4-FFF2-40B4-BE49-F238E27FC236}">
                <a16:creationId xmlns:a16="http://schemas.microsoft.com/office/drawing/2014/main" xmlns="" id="{40333E3B-4D12-867C-4A8D-57479DF27AD5}"/>
              </a:ext>
            </a:extLst>
          </p:cNvPr>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a:extLst>
              <a:ext uri="{FF2B5EF4-FFF2-40B4-BE49-F238E27FC236}">
                <a16:creationId xmlns:a16="http://schemas.microsoft.com/office/drawing/2014/main" xmlns="" id="{C136C24E-34EB-2453-A9E2-ABD2623C056B}"/>
              </a:ext>
            </a:extLst>
          </p:cNvPr>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a:extLst>
              <a:ext uri="{FF2B5EF4-FFF2-40B4-BE49-F238E27FC236}">
                <a16:creationId xmlns:a16="http://schemas.microsoft.com/office/drawing/2014/main" xmlns="" id="{51BF6D53-BE9A-745E-7A22-31F4BB3F1339}"/>
              </a:ext>
            </a:extLst>
          </p:cNvPr>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DFD DIAGRAM</a:t>
            </a:r>
            <a:endParaRPr lang="en-US" dirty="0"/>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pic>
        <p:nvPicPr>
          <p:cNvPr id="2" name="Picture 1" descr="A diagram of e-ration system&#10;&#10;AI-generated content may be incorrect.">
            <a:extLst>
              <a:ext uri="{FF2B5EF4-FFF2-40B4-BE49-F238E27FC236}">
                <a16:creationId xmlns:a16="http://schemas.microsoft.com/office/drawing/2014/main" xmlns="" id="{56686094-FF46-3616-FC0A-EC66ED565E45}"/>
              </a:ext>
            </a:extLst>
          </p:cNvPr>
          <p:cNvPicPr>
            <a:picLocks noChangeAspect="1"/>
          </p:cNvPicPr>
          <p:nvPr/>
        </p:nvPicPr>
        <p:blipFill>
          <a:blip r:embed="rId5"/>
          <a:stretch>
            <a:fillRect/>
          </a:stretch>
        </p:blipFill>
        <p:spPr>
          <a:xfrm>
            <a:off x="652373" y="2129706"/>
            <a:ext cx="7595436" cy="3392232"/>
          </a:xfrm>
          <a:prstGeom prst="rect">
            <a:avLst/>
          </a:prstGeom>
          <a:ln>
            <a:noFill/>
          </a:ln>
        </p:spPr>
      </p:pic>
    </p:spTree>
    <p:extLst>
      <p:ext uri="{BB962C8B-B14F-4D97-AF65-F5344CB8AC3E}">
        <p14:creationId xmlns:p14="http://schemas.microsoft.com/office/powerpoint/2010/main" val="2275939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RESULTS</a:t>
            </a:r>
            <a:endParaRPr lang="en-US" sz="2800" u="sng" dirty="0"/>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364" y="1717010"/>
            <a:ext cx="8584442" cy="5140990"/>
          </a:xfrm>
          <a:prstGeom prst="rect">
            <a:avLst/>
          </a:prstGeom>
        </p:spPr>
      </p:pic>
    </p:spTree>
    <p:extLst>
      <p:ext uri="{BB962C8B-B14F-4D97-AF65-F5344CB8AC3E}">
        <p14:creationId xmlns:p14="http://schemas.microsoft.com/office/powerpoint/2010/main" val="718615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RESULTS</a:t>
            </a:r>
            <a:endParaRPr lang="en-US" sz="2800" u="sng" dirty="0"/>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364" y="1874309"/>
            <a:ext cx="8584442" cy="4826391"/>
          </a:xfrm>
          <a:prstGeom prst="rect">
            <a:avLst/>
          </a:prstGeom>
        </p:spPr>
      </p:pic>
    </p:spTree>
    <p:extLst>
      <p:ext uri="{BB962C8B-B14F-4D97-AF65-F5344CB8AC3E}">
        <p14:creationId xmlns:p14="http://schemas.microsoft.com/office/powerpoint/2010/main" val="1680087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RESULTS</a:t>
            </a:r>
            <a:endParaRPr lang="en-US" sz="2800" u="sng" dirty="0"/>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dirty="0">
              <a:solidFill>
                <a:srgbClr val="000000"/>
              </a:solidFill>
              <a:latin typeface="Times New Roman"/>
              <a:ea typeface="Times New Roman"/>
              <a:cs typeface="Times New Roman"/>
              <a:sym typeface="Times New Roman"/>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364" y="1717010"/>
            <a:ext cx="8584442" cy="5140990"/>
          </a:xfrm>
          <a:prstGeom prst="rect">
            <a:avLst/>
          </a:prstGeom>
        </p:spPr>
      </p:pic>
    </p:spTree>
    <p:extLst>
      <p:ext uri="{BB962C8B-B14F-4D97-AF65-F5344CB8AC3E}">
        <p14:creationId xmlns:p14="http://schemas.microsoft.com/office/powerpoint/2010/main" val="173129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76200"/>
            <a:ext cx="9144000" cy="990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1" name="Table 10"/>
          <p:cNvGraphicFramePr>
            <a:graphicFrameLocks noGrp="1"/>
          </p:cNvGraphicFramePr>
          <p:nvPr/>
        </p:nvGraphicFramePr>
        <p:xfrm>
          <a:off x="1371600" y="76200"/>
          <a:ext cx="6477000" cy="998728"/>
        </p:xfrm>
        <a:graphic>
          <a:graphicData uri="http://schemas.openxmlformats.org/drawingml/2006/table">
            <a:tbl>
              <a:tblPr/>
              <a:tblGrid>
                <a:gridCol w="6477000">
                  <a:extLst>
                    <a:ext uri="{9D8B030D-6E8A-4147-A177-3AD203B41FA5}">
                      <a16:colId xmlns:a16="http://schemas.microsoft.com/office/drawing/2014/main" xmlns="" val="20000"/>
                    </a:ext>
                  </a:extLst>
                </a:gridCol>
              </a:tblGrid>
              <a:tr h="192778">
                <a:tc>
                  <a:txBody>
                    <a:bodyPr/>
                    <a:lstStyle/>
                    <a:p>
                      <a:pPr marL="0" marR="0" algn="ctr">
                        <a:lnSpc>
                          <a:spcPct val="115000"/>
                        </a:lnSpc>
                        <a:spcBef>
                          <a:spcPts val="0"/>
                        </a:spcBef>
                        <a:spcAft>
                          <a:spcPts val="0"/>
                        </a:spcAft>
                        <a:tabLst>
                          <a:tab pos="2971800" algn="ctr"/>
                          <a:tab pos="5943600" algn="r"/>
                        </a:tabLst>
                      </a:pPr>
                      <a:r>
                        <a:rPr lang="en-US" sz="1100" dirty="0">
                          <a:latin typeface="Cambria" panose="02040503050406030204" pitchFamily="18" charset="0"/>
                          <a:ea typeface="Calibri" panose="020F0502020204030204"/>
                          <a:cs typeface="Times New Roman" panose="02020603050405020304"/>
                        </a:rPr>
                        <a:t>JSPM’s</a:t>
                      </a:r>
                    </a:p>
                  </a:txBody>
                  <a:tcPr marL="58967" marR="58967" marT="0" marB="0">
                    <a:lnL>
                      <a:noFill/>
                    </a:lnL>
                    <a:lnR>
                      <a:noFill/>
                    </a:lnR>
                    <a:lnT>
                      <a:noFill/>
                    </a:lnT>
                    <a:lnB>
                      <a:noFill/>
                    </a:lnB>
                  </a:tcPr>
                </a:tc>
                <a:extLst>
                  <a:ext uri="{0D108BD9-81ED-4DB2-BD59-A6C34878D82A}">
                    <a16:rowId xmlns:a16="http://schemas.microsoft.com/office/drawing/2014/main" xmlns="" val="10000"/>
                  </a:ext>
                </a:extLst>
              </a:tr>
              <a:tr h="210303">
                <a:tc>
                  <a:txBody>
                    <a:bodyPr/>
                    <a:lstStyle/>
                    <a:p>
                      <a:pPr marL="0" marR="0" algn="ctr">
                        <a:lnSpc>
                          <a:spcPct val="115000"/>
                        </a:lnSpc>
                        <a:spcBef>
                          <a:spcPts val="0"/>
                        </a:spcBef>
                        <a:spcAft>
                          <a:spcPts val="0"/>
                        </a:spcAft>
                        <a:tabLst>
                          <a:tab pos="2971800" algn="ctr"/>
                          <a:tab pos="5943600" algn="r"/>
                        </a:tabLst>
                      </a:pPr>
                      <a:r>
                        <a:rPr lang="en-US" sz="1200" b="1" dirty="0">
                          <a:latin typeface="Cambria" panose="02040503050406030204" pitchFamily="18" charset="0"/>
                          <a:ea typeface="Calibri" panose="020F0502020204030204"/>
                          <a:cs typeface="Times New Roman" panose="02020603050405020304"/>
                        </a:rPr>
                        <a:t>Imperial College of Engineering and Research,Wagholi,Pune.</a:t>
                      </a:r>
                      <a:endParaRPr lang="en-US" sz="1200" dirty="0">
                        <a:latin typeface="Cambria" panose="02040503050406030204" pitchFamily="18" charset="0"/>
                        <a:ea typeface="Calibri" panose="020F0502020204030204"/>
                        <a:cs typeface="Times New Roman" panose="02020603050405020304"/>
                      </a:endParaRPr>
                    </a:p>
                  </a:txBody>
                  <a:tcPr marL="58967" marR="58967" marT="0" marB="0">
                    <a:lnL>
                      <a:noFill/>
                    </a:lnL>
                    <a:lnR>
                      <a:noFill/>
                    </a:lnR>
                    <a:lnT>
                      <a:noFill/>
                    </a:lnT>
                    <a:lnB>
                      <a:noFill/>
                    </a:lnB>
                  </a:tcPr>
                </a:tc>
                <a:extLst>
                  <a:ext uri="{0D108BD9-81ED-4DB2-BD59-A6C34878D82A}">
                    <a16:rowId xmlns:a16="http://schemas.microsoft.com/office/drawing/2014/main" xmlns="" val="10001"/>
                  </a:ext>
                </a:extLst>
              </a:tr>
              <a:tr h="595630">
                <a:tc>
                  <a:txBody>
                    <a:bodyPr/>
                    <a:lstStyle/>
                    <a:p>
                      <a:pPr marL="0" marR="0" algn="ctr">
                        <a:lnSpc>
                          <a:spcPct val="115000"/>
                        </a:lnSpc>
                        <a:spcBef>
                          <a:spcPts val="0"/>
                        </a:spcBef>
                        <a:spcAft>
                          <a:spcPts val="0"/>
                        </a:spcAft>
                        <a:tabLst>
                          <a:tab pos="2971800" algn="ctr"/>
                          <a:tab pos="5943600" algn="r"/>
                        </a:tabLst>
                      </a:pPr>
                      <a:r>
                        <a:rPr lang="en-US" sz="900" b="1" i="1" dirty="0">
                          <a:latin typeface="Cambria" panose="02040503050406030204" pitchFamily="18" charset="0"/>
                          <a:ea typeface="Calibri" panose="020F0502020204030204"/>
                          <a:cs typeface="Times New Roman" panose="02020603050405020304"/>
                        </a:rPr>
                        <a:t>(Approved by AICTE,Delhi &amp; Govt. of Maharashtra, affiliated to Savitribai Phule Pune University)</a:t>
                      </a:r>
                      <a:endParaRPr lang="en-US" sz="900" dirty="0">
                        <a:latin typeface="Cambria" panose="02040503050406030204" pitchFamily="18" charset="0"/>
                        <a:ea typeface="Calibri" panose="020F0502020204030204"/>
                        <a:cs typeface="Times New Roman" panose="02020603050405020304"/>
                      </a:endParaRPr>
                    </a:p>
                    <a:p>
                      <a:pPr marL="0" marR="0" algn="ctr">
                        <a:lnSpc>
                          <a:spcPct val="115000"/>
                        </a:lnSpc>
                        <a:spcBef>
                          <a:spcPts val="0"/>
                        </a:spcBef>
                        <a:spcAft>
                          <a:spcPts val="0"/>
                        </a:spcAft>
                        <a:tabLst>
                          <a:tab pos="2971800" algn="ctr"/>
                          <a:tab pos="5943600" algn="r"/>
                        </a:tabLst>
                      </a:pPr>
                      <a:r>
                        <a:rPr lang="en-US" sz="1000" dirty="0">
                          <a:latin typeface="Cambria" panose="02040503050406030204" pitchFamily="18" charset="0"/>
                          <a:ea typeface="Calibri" panose="020F0502020204030204"/>
                          <a:cs typeface="Times New Roman" panose="02020603050405020304"/>
                        </a:rPr>
                        <a:t>Gat.No.720,Pune-Nagar Road,Wagholi,Pune,412207</a:t>
                      </a:r>
                    </a:p>
                    <a:p>
                      <a:pPr algn="ctr"/>
                      <a:r>
                        <a:rPr lang="en-US" sz="1200" b="1" kern="1200" dirty="0">
                          <a:solidFill>
                            <a:schemeClr val="tx1"/>
                          </a:solidFill>
                          <a:latin typeface="Cambria" panose="02040503050406030204" pitchFamily="18" charset="0"/>
                          <a:ea typeface="+mn-ea"/>
                          <a:cs typeface="+mn-cs"/>
                        </a:rPr>
                        <a:t>Department of Computer Engineering</a:t>
                      </a:r>
                    </a:p>
                  </a:txBody>
                  <a:tcPr marL="58967" marR="58967" marT="0" marB="0">
                    <a:lnL>
                      <a:noFill/>
                    </a:lnL>
                    <a:lnR>
                      <a:noFill/>
                    </a:lnR>
                    <a:lnT>
                      <a:noFill/>
                    </a:lnT>
                    <a:lnB>
                      <a:noFill/>
                    </a:lnB>
                  </a:tcPr>
                </a:tc>
                <a:extLst>
                  <a:ext uri="{0D108BD9-81ED-4DB2-BD59-A6C34878D82A}">
                    <a16:rowId xmlns:a16="http://schemas.microsoft.com/office/drawing/2014/main" xmlns="" val="10002"/>
                  </a:ext>
                </a:extLst>
              </a:tr>
            </a:tbl>
          </a:graphicData>
        </a:graphic>
      </p:graphicFrame>
      <p:pic>
        <p:nvPicPr>
          <p:cNvPr id="6151" name="Picture 11" descr="Description: Description: I:\ALL PICTURE\JSPM LOGO.JPG"/>
          <p:cNvPicPr>
            <a:picLocks noChangeAspect="1"/>
          </p:cNvPicPr>
          <p:nvPr/>
        </p:nvPicPr>
        <p:blipFill>
          <a:blip r:embed="rId2"/>
          <a:stretch>
            <a:fillRect/>
          </a:stretch>
        </p:blipFill>
        <p:spPr>
          <a:xfrm>
            <a:off x="76200" y="128588"/>
            <a:ext cx="1143000" cy="862012"/>
          </a:xfrm>
          <a:prstGeom prst="rect">
            <a:avLst/>
          </a:prstGeom>
          <a:noFill/>
          <a:ln w="9525">
            <a:noFill/>
          </a:ln>
        </p:spPr>
      </p:pic>
      <p:pic>
        <p:nvPicPr>
          <p:cNvPr id="6152" name="Picture 12" descr="C:\Users\staff\Downloads\image.png"/>
          <p:cNvPicPr>
            <a:picLocks noChangeAspect="1"/>
          </p:cNvPicPr>
          <p:nvPr/>
        </p:nvPicPr>
        <p:blipFill>
          <a:blip r:embed="rId3"/>
          <a:stretch>
            <a:fillRect/>
          </a:stretch>
        </p:blipFill>
        <p:spPr>
          <a:xfrm>
            <a:off x="8001000" y="114300"/>
            <a:ext cx="1066800" cy="876300"/>
          </a:xfrm>
          <a:prstGeom prst="rect">
            <a:avLst/>
          </a:prstGeom>
          <a:noFill/>
          <a:ln w="9525">
            <a:noFill/>
          </a:ln>
        </p:spPr>
      </p:pic>
      <p:sp>
        <p:nvSpPr>
          <p:cNvPr id="2" name="TextBox 1"/>
          <p:cNvSpPr txBox="1"/>
          <p:nvPr/>
        </p:nvSpPr>
        <p:spPr>
          <a:xfrm>
            <a:off x="197522" y="693126"/>
            <a:ext cx="8070850" cy="4879349"/>
          </a:xfrm>
          <a:prstGeom prst="rect">
            <a:avLst/>
          </a:prstGeom>
          <a:noFill/>
        </p:spPr>
        <p:txBody>
          <a:bodyPr wrap="square" lIns="91440" tIns="45720" rIns="91440" bIns="45720" anchor="t">
            <a:spAutoFit/>
          </a:bodyPr>
          <a:lstStyle/>
          <a:p>
            <a:pPr marR="0" lvl="0" algn="ctr" defTabSz="914400" rtl="0" eaLnBrk="0" fontAlgn="base" latinLnBrk="0" hangingPunct="0">
              <a:lnSpc>
                <a:spcPct val="100000"/>
              </a:lnSpc>
              <a:spcBef>
                <a:spcPct val="20000"/>
              </a:spcBef>
              <a:spcAft>
                <a:spcPct val="0"/>
              </a:spcAft>
              <a:buClrTx/>
              <a:buSzTx/>
              <a:buFont typeface="Arial" panose="020B0604020202020204" pitchFamily="34" charset="0"/>
              <a:defRPr/>
            </a:pPr>
            <a:r>
              <a:rPr lang="en-US" sz="2800" b="1" u="sng" dirty="0">
                <a:solidFill>
                  <a:srgbClr val="FF0000"/>
                </a:solidFill>
                <a:latin typeface="Times New Roman"/>
                <a:cs typeface="Times New Roman"/>
                <a:sym typeface="+mn-ea"/>
              </a:rPr>
              <a:t>ADVANTAGES</a:t>
            </a: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cs typeface="Times New Roman"/>
                <a:sym typeface="+mn-ea"/>
              </a:rPr>
              <a:t>Reduces corruption, ensures only genuine users benefit.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Minimizes manual record-keeping </a:t>
            </a:r>
            <a:r>
              <a:rPr lang="en-US" sz="2000" dirty="0">
                <a:effectLst/>
                <a:latin typeface="Times New Roman"/>
                <a:ea typeface="Calibri"/>
                <a:sym typeface="+mn-ea"/>
              </a:rPr>
              <a:t>and </a:t>
            </a:r>
            <a:r>
              <a:rPr lang="en-US" sz="2000" dirty="0">
                <a:latin typeface="Times New Roman"/>
                <a:ea typeface="Calibri"/>
                <a:sym typeface="+mn-ea"/>
              </a:rPr>
              <a:t>human error.</a:t>
            </a:r>
            <a:endParaRPr lang="en-US" sz="2000" dirty="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Citizens track quotas and receipts anytime</a:t>
            </a:r>
            <a:r>
              <a:rPr lang="en-US" sz="2000" dirty="0">
                <a:ea typeface="Calibri"/>
              </a:rPr>
              <a:t>.</a:t>
            </a:r>
            <a:endParaRPr lang="en-US" sz="2000" cap="none" spc="0" normalizeH="0" baseline="0" noProof="0" dirty="0">
              <a:latin typeface="Times New Roman" panose="02020603050405020304" pitchFamily="18" charset="0"/>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Dealers manage stock faster, less paperwork.</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Admins get real-time monitoring and alerts.</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Secure login and encrypted citizen data.</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Smart inventory forecasting prevents stock issues.</a:t>
            </a:r>
          </a:p>
          <a:p>
            <a:pPr marL="342900" indent="-342900">
              <a:lnSpc>
                <a:spcPct val="150000"/>
              </a:lnSpc>
              <a:spcAft>
                <a:spcPts val="1000"/>
              </a:spcAft>
              <a:buClrTx/>
              <a:buFont typeface="Arial" panose="020B0604020202020204" pitchFamily="34" charset="0"/>
              <a:buChar char="•"/>
              <a:tabLst>
                <a:tab pos="457200" algn="l"/>
              </a:tabLst>
              <a:defRPr/>
            </a:pPr>
            <a:endParaRPr lang="en-US" sz="2000" kern="1200" dirty="0">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E5746-2F07-CE58-9B29-1076754F1E7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388D7641-8DD5-CA34-3B71-9196E9380057}"/>
              </a:ext>
            </a:extLst>
          </p:cNvPr>
          <p:cNvSpPr/>
          <p:nvPr/>
        </p:nvSpPr>
        <p:spPr>
          <a:xfrm>
            <a:off x="0" y="76200"/>
            <a:ext cx="9144000" cy="990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1" name="Table 10">
            <a:extLst>
              <a:ext uri="{FF2B5EF4-FFF2-40B4-BE49-F238E27FC236}">
                <a16:creationId xmlns:a16="http://schemas.microsoft.com/office/drawing/2014/main" xmlns="" id="{7389B2AB-ED34-0543-2760-31719313AB27}"/>
              </a:ext>
            </a:extLst>
          </p:cNvPr>
          <p:cNvGraphicFramePr>
            <a:graphicFrameLocks noGrp="1"/>
          </p:cNvGraphicFramePr>
          <p:nvPr/>
        </p:nvGraphicFramePr>
        <p:xfrm>
          <a:off x="1371600" y="76200"/>
          <a:ext cx="6477000" cy="998728"/>
        </p:xfrm>
        <a:graphic>
          <a:graphicData uri="http://schemas.openxmlformats.org/drawingml/2006/table">
            <a:tbl>
              <a:tblPr/>
              <a:tblGrid>
                <a:gridCol w="6477000">
                  <a:extLst>
                    <a:ext uri="{9D8B030D-6E8A-4147-A177-3AD203B41FA5}">
                      <a16:colId xmlns:a16="http://schemas.microsoft.com/office/drawing/2014/main" xmlns="" val="20000"/>
                    </a:ext>
                  </a:extLst>
                </a:gridCol>
              </a:tblGrid>
              <a:tr h="192778">
                <a:tc>
                  <a:txBody>
                    <a:bodyPr/>
                    <a:lstStyle/>
                    <a:p>
                      <a:pPr marL="0" marR="0" algn="ctr">
                        <a:lnSpc>
                          <a:spcPct val="115000"/>
                        </a:lnSpc>
                        <a:spcBef>
                          <a:spcPts val="0"/>
                        </a:spcBef>
                        <a:spcAft>
                          <a:spcPts val="0"/>
                        </a:spcAft>
                        <a:tabLst>
                          <a:tab pos="2971800" algn="ctr"/>
                          <a:tab pos="5943600" algn="r"/>
                        </a:tabLst>
                      </a:pPr>
                      <a:r>
                        <a:rPr lang="en-US" sz="1100" dirty="0">
                          <a:latin typeface="Cambria" panose="02040503050406030204" pitchFamily="18" charset="0"/>
                          <a:ea typeface="Calibri" panose="020F0502020204030204"/>
                          <a:cs typeface="Times New Roman" panose="02020603050405020304"/>
                        </a:rPr>
                        <a:t>JSPM’s</a:t>
                      </a:r>
                    </a:p>
                  </a:txBody>
                  <a:tcPr marL="58967" marR="58967" marT="0" marB="0">
                    <a:lnL>
                      <a:noFill/>
                    </a:lnL>
                    <a:lnR>
                      <a:noFill/>
                    </a:lnR>
                    <a:lnT>
                      <a:noFill/>
                    </a:lnT>
                    <a:lnB>
                      <a:noFill/>
                    </a:lnB>
                  </a:tcPr>
                </a:tc>
                <a:extLst>
                  <a:ext uri="{0D108BD9-81ED-4DB2-BD59-A6C34878D82A}">
                    <a16:rowId xmlns:a16="http://schemas.microsoft.com/office/drawing/2014/main" xmlns="" val="10000"/>
                  </a:ext>
                </a:extLst>
              </a:tr>
              <a:tr h="210303">
                <a:tc>
                  <a:txBody>
                    <a:bodyPr/>
                    <a:lstStyle/>
                    <a:p>
                      <a:pPr marL="0" marR="0" algn="ctr">
                        <a:lnSpc>
                          <a:spcPct val="115000"/>
                        </a:lnSpc>
                        <a:spcBef>
                          <a:spcPts val="0"/>
                        </a:spcBef>
                        <a:spcAft>
                          <a:spcPts val="0"/>
                        </a:spcAft>
                        <a:tabLst>
                          <a:tab pos="2971800" algn="ctr"/>
                          <a:tab pos="5943600" algn="r"/>
                        </a:tabLst>
                      </a:pPr>
                      <a:r>
                        <a:rPr lang="en-US" sz="1200" b="1" dirty="0">
                          <a:latin typeface="Cambria" panose="02040503050406030204" pitchFamily="18" charset="0"/>
                          <a:ea typeface="Calibri" panose="020F0502020204030204"/>
                          <a:cs typeface="Times New Roman" panose="02020603050405020304"/>
                        </a:rPr>
                        <a:t>Imperial College of Engineering and Research,Wagholi,Pune.</a:t>
                      </a:r>
                      <a:endParaRPr lang="en-US" sz="1200" dirty="0">
                        <a:latin typeface="Cambria" panose="02040503050406030204" pitchFamily="18" charset="0"/>
                        <a:ea typeface="Calibri" panose="020F0502020204030204"/>
                        <a:cs typeface="Times New Roman" panose="02020603050405020304"/>
                      </a:endParaRPr>
                    </a:p>
                  </a:txBody>
                  <a:tcPr marL="58967" marR="58967" marT="0" marB="0">
                    <a:lnL>
                      <a:noFill/>
                    </a:lnL>
                    <a:lnR>
                      <a:noFill/>
                    </a:lnR>
                    <a:lnT>
                      <a:noFill/>
                    </a:lnT>
                    <a:lnB>
                      <a:noFill/>
                    </a:lnB>
                  </a:tcPr>
                </a:tc>
                <a:extLst>
                  <a:ext uri="{0D108BD9-81ED-4DB2-BD59-A6C34878D82A}">
                    <a16:rowId xmlns:a16="http://schemas.microsoft.com/office/drawing/2014/main" xmlns="" val="10001"/>
                  </a:ext>
                </a:extLst>
              </a:tr>
              <a:tr h="595630">
                <a:tc>
                  <a:txBody>
                    <a:bodyPr/>
                    <a:lstStyle/>
                    <a:p>
                      <a:pPr marL="0" marR="0" algn="ctr">
                        <a:lnSpc>
                          <a:spcPct val="115000"/>
                        </a:lnSpc>
                        <a:spcBef>
                          <a:spcPts val="0"/>
                        </a:spcBef>
                        <a:spcAft>
                          <a:spcPts val="0"/>
                        </a:spcAft>
                        <a:tabLst>
                          <a:tab pos="2971800" algn="ctr"/>
                          <a:tab pos="5943600" algn="r"/>
                        </a:tabLst>
                      </a:pPr>
                      <a:r>
                        <a:rPr lang="en-US" sz="900" b="1" i="1" dirty="0">
                          <a:latin typeface="Cambria" panose="02040503050406030204" pitchFamily="18" charset="0"/>
                          <a:ea typeface="Calibri" panose="020F0502020204030204"/>
                          <a:cs typeface="Times New Roman" panose="02020603050405020304"/>
                        </a:rPr>
                        <a:t>(Approved by AICTE,Delhi &amp; Govt. of Maharashtra, affiliated to Savitribai Phule Pune University)</a:t>
                      </a:r>
                      <a:endParaRPr lang="en-US" sz="900" dirty="0">
                        <a:latin typeface="Cambria" panose="02040503050406030204" pitchFamily="18" charset="0"/>
                        <a:ea typeface="Calibri" panose="020F0502020204030204"/>
                        <a:cs typeface="Times New Roman" panose="02020603050405020304"/>
                      </a:endParaRPr>
                    </a:p>
                    <a:p>
                      <a:pPr marL="0" marR="0" algn="ctr">
                        <a:lnSpc>
                          <a:spcPct val="115000"/>
                        </a:lnSpc>
                        <a:spcBef>
                          <a:spcPts val="0"/>
                        </a:spcBef>
                        <a:spcAft>
                          <a:spcPts val="0"/>
                        </a:spcAft>
                        <a:tabLst>
                          <a:tab pos="2971800" algn="ctr"/>
                          <a:tab pos="5943600" algn="r"/>
                        </a:tabLst>
                      </a:pPr>
                      <a:r>
                        <a:rPr lang="en-US" sz="1000" dirty="0">
                          <a:latin typeface="Cambria" panose="02040503050406030204" pitchFamily="18" charset="0"/>
                          <a:ea typeface="Calibri" panose="020F0502020204030204"/>
                          <a:cs typeface="Times New Roman" panose="02020603050405020304"/>
                        </a:rPr>
                        <a:t>Gat.No.720,Pune-Nagar Road,Wagholi,Pune,412207</a:t>
                      </a:r>
                    </a:p>
                    <a:p>
                      <a:pPr algn="ctr"/>
                      <a:r>
                        <a:rPr lang="en-US" sz="1200" b="1" kern="1200" dirty="0">
                          <a:solidFill>
                            <a:schemeClr val="tx1"/>
                          </a:solidFill>
                          <a:latin typeface="Cambria" panose="02040503050406030204" pitchFamily="18" charset="0"/>
                          <a:ea typeface="+mn-ea"/>
                          <a:cs typeface="+mn-cs"/>
                        </a:rPr>
                        <a:t>Department of Computer Engineering</a:t>
                      </a:r>
                    </a:p>
                  </a:txBody>
                  <a:tcPr marL="58967" marR="58967" marT="0" marB="0">
                    <a:lnL>
                      <a:noFill/>
                    </a:lnL>
                    <a:lnR>
                      <a:noFill/>
                    </a:lnR>
                    <a:lnT>
                      <a:noFill/>
                    </a:lnT>
                    <a:lnB>
                      <a:noFill/>
                    </a:lnB>
                  </a:tcPr>
                </a:tc>
                <a:extLst>
                  <a:ext uri="{0D108BD9-81ED-4DB2-BD59-A6C34878D82A}">
                    <a16:rowId xmlns:a16="http://schemas.microsoft.com/office/drawing/2014/main" xmlns="" val="10002"/>
                  </a:ext>
                </a:extLst>
              </a:tr>
            </a:tbl>
          </a:graphicData>
        </a:graphic>
      </p:graphicFrame>
      <p:pic>
        <p:nvPicPr>
          <p:cNvPr id="6151" name="Picture 11" descr="Description: Description: I:\ALL PICTURE\JSPM LOGO.JPG">
            <a:extLst>
              <a:ext uri="{FF2B5EF4-FFF2-40B4-BE49-F238E27FC236}">
                <a16:creationId xmlns:a16="http://schemas.microsoft.com/office/drawing/2014/main" xmlns="" id="{757D0E9C-C065-BF11-23F4-7E7EBAAD39CE}"/>
              </a:ext>
            </a:extLst>
          </p:cNvPr>
          <p:cNvPicPr>
            <a:picLocks noChangeAspect="1"/>
          </p:cNvPicPr>
          <p:nvPr/>
        </p:nvPicPr>
        <p:blipFill>
          <a:blip r:embed="rId2"/>
          <a:stretch>
            <a:fillRect/>
          </a:stretch>
        </p:blipFill>
        <p:spPr>
          <a:xfrm>
            <a:off x="76200" y="128588"/>
            <a:ext cx="1143000" cy="862012"/>
          </a:xfrm>
          <a:prstGeom prst="rect">
            <a:avLst/>
          </a:prstGeom>
          <a:noFill/>
          <a:ln w="9525">
            <a:noFill/>
          </a:ln>
        </p:spPr>
      </p:pic>
      <p:pic>
        <p:nvPicPr>
          <p:cNvPr id="6152" name="Picture 12" descr="C:\Users\staff\Downloads\image.png">
            <a:extLst>
              <a:ext uri="{FF2B5EF4-FFF2-40B4-BE49-F238E27FC236}">
                <a16:creationId xmlns:a16="http://schemas.microsoft.com/office/drawing/2014/main" xmlns="" id="{891173DA-9E65-165E-01BD-9640BEE2BD9C}"/>
              </a:ext>
            </a:extLst>
          </p:cNvPr>
          <p:cNvPicPr>
            <a:picLocks noChangeAspect="1"/>
          </p:cNvPicPr>
          <p:nvPr/>
        </p:nvPicPr>
        <p:blipFill>
          <a:blip r:embed="rId3"/>
          <a:stretch>
            <a:fillRect/>
          </a:stretch>
        </p:blipFill>
        <p:spPr>
          <a:xfrm>
            <a:off x="8001000" y="114300"/>
            <a:ext cx="1066800" cy="876300"/>
          </a:xfrm>
          <a:prstGeom prst="rect">
            <a:avLst/>
          </a:prstGeom>
          <a:noFill/>
          <a:ln w="9525">
            <a:noFill/>
          </a:ln>
        </p:spPr>
      </p:pic>
      <p:sp>
        <p:nvSpPr>
          <p:cNvPr id="2" name="TextBox 1">
            <a:extLst>
              <a:ext uri="{FF2B5EF4-FFF2-40B4-BE49-F238E27FC236}">
                <a16:creationId xmlns:a16="http://schemas.microsoft.com/office/drawing/2014/main" xmlns="" id="{E4D64D01-BF25-11D6-1919-1F320950C19B}"/>
              </a:ext>
            </a:extLst>
          </p:cNvPr>
          <p:cNvSpPr txBox="1"/>
          <p:nvPr/>
        </p:nvSpPr>
        <p:spPr>
          <a:xfrm>
            <a:off x="538716" y="1240465"/>
            <a:ext cx="8070850" cy="4571573"/>
          </a:xfrm>
          <a:prstGeom prst="rect">
            <a:avLst/>
          </a:prstGeom>
          <a:noFill/>
        </p:spPr>
        <p:txBody>
          <a:bodyPr wrap="square" lIns="91440" tIns="45720" rIns="91440" bIns="45720" anchor="t">
            <a:spAutoFit/>
          </a:bodyPr>
          <a:lstStyle/>
          <a:p>
            <a:pPr marR="0" lvl="0" algn="ctr" defTabSz="914400" rtl="0" eaLnBrk="0" fontAlgn="base" latinLnBrk="0" hangingPunct="0">
              <a:lnSpc>
                <a:spcPct val="100000"/>
              </a:lnSpc>
              <a:spcBef>
                <a:spcPct val="20000"/>
              </a:spcBef>
              <a:spcAft>
                <a:spcPct val="0"/>
              </a:spcAft>
              <a:buClrTx/>
              <a:buSzTx/>
              <a:buFont typeface="Arial" panose="020B0604020202020204" pitchFamily="34" charset="0"/>
              <a:defRPr/>
            </a:pPr>
            <a:r>
              <a:rPr lang="en-US" sz="2800" b="1" u="sng" dirty="0">
                <a:solidFill>
                  <a:srgbClr val="FF0000"/>
                </a:solidFill>
                <a:latin typeface="Times New Roman"/>
                <a:cs typeface="Times New Roman"/>
                <a:sym typeface="+mn-ea"/>
              </a:rPr>
              <a:t>APPLICATIONS</a:t>
            </a: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Public Distribution System (PDS): Fair and transparent ration distribution.</a:t>
            </a:r>
            <a:endParaRPr lang="en-US" sz="2000" dirty="0">
              <a:effectLst/>
              <a:latin typeface="Times New Roman"/>
              <a:ea typeface="Calibri" panose="020F0502020204030204" pitchFamily="34" charset="0"/>
            </a:endParaRP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Smart Inventory Control: Forecasting demand for food grains </a:t>
            </a:r>
            <a:r>
              <a:rPr lang="en-US" sz="2000" dirty="0">
                <a:effectLst/>
                <a:latin typeface="Times New Roman"/>
                <a:ea typeface="Calibri"/>
                <a:sym typeface="+mn-ea"/>
              </a:rPr>
              <a:t>and </a:t>
            </a:r>
            <a:r>
              <a:rPr lang="en-US" sz="2000" dirty="0">
                <a:latin typeface="Times New Roman"/>
                <a:ea typeface="Calibri"/>
              </a:rPr>
              <a:t>essentials</a:t>
            </a:r>
            <a:r>
              <a:rPr lang="en-US" sz="2000" dirty="0">
                <a:latin typeface="Times New Roman"/>
                <a:ea typeface="Calibri"/>
                <a:sym typeface="+mn-ea"/>
              </a:rPr>
              <a:t>.</a:t>
            </a:r>
            <a:endParaRPr lang="en-US" sz="2000" dirty="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Citizen Self-Service: Check quota, collect receipts, view history online.</a:t>
            </a:r>
            <a:endParaRPr lang="en-US" sz="200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Dealer Support: Easy stock tracking, ration issue, and replenishment requests.</a:t>
            </a:r>
            <a:endParaRPr lang="en-US" sz="2000">
              <a:latin typeface="Times New Roman"/>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Government Monitoring: Real-time dashboards for policy decisions.</a:t>
            </a:r>
            <a:endParaRPr lang="en-US" dirty="0">
              <a:latin typeface="Times New Roman"/>
            </a:endParaRPr>
          </a:p>
        </p:txBody>
      </p:sp>
    </p:spTree>
    <p:extLst>
      <p:ext uri="{BB962C8B-B14F-4D97-AF65-F5344CB8AC3E}">
        <p14:creationId xmlns:p14="http://schemas.microsoft.com/office/powerpoint/2010/main" val="176731303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28" name="Google Shape;1028;p14"/>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29" name="Google Shape;1029;p14"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30" name="Google Shape;1030;p14"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31" name="Google Shape;1031;p14"/>
          <p:cNvSpPr txBox="1"/>
          <p:nvPr/>
        </p:nvSpPr>
        <p:spPr>
          <a:xfrm>
            <a:off x="536575" y="1396180"/>
            <a:ext cx="8070900" cy="4576500"/>
          </a:xfrm>
          <a:prstGeom prst="rect">
            <a:avLst/>
          </a:prstGeom>
          <a:noFill/>
          <a:ln>
            <a:noFill/>
          </a:ln>
        </p:spPr>
        <p:txBody>
          <a:bodyPr spcFirstLastPara="1" wrap="square" lIns="91425" tIns="45700" rIns="91425" bIns="45700" anchor="t" anchorCtr="0">
            <a:spAutoFit/>
          </a:bodyPr>
          <a:lstStyle/>
          <a:p>
            <a:pPr algn="ctr">
              <a:buClr>
                <a:srgbClr val="FF0000"/>
              </a:buClr>
              <a:buSzPts val="2800"/>
            </a:pPr>
            <a:r>
              <a:rPr lang="en-US" sz="2800" b="1" u="sng" dirty="0">
                <a:solidFill>
                  <a:srgbClr val="FF0000"/>
                </a:solidFill>
                <a:latin typeface="Times New Roman"/>
                <a:ea typeface="Times New Roman"/>
                <a:cs typeface="Times New Roman"/>
                <a:sym typeface="Times New Roman"/>
              </a:rPr>
              <a:t>HARDWARE INTERFACES</a:t>
            </a:r>
            <a:endParaRPr sz="2800" b="1" i="0" u="sng"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chemeClr val="dk1"/>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Processor :-</a:t>
            </a:r>
            <a:r>
              <a:rPr lang="en-US" sz="2400" b="0" i="0" u="none" strike="noStrike" cap="none" dirty="0">
                <a:solidFill>
                  <a:srgbClr val="000000"/>
                </a:solidFill>
                <a:latin typeface="Times New Roman"/>
                <a:ea typeface="Times New Roman"/>
                <a:cs typeface="Times New Roman"/>
                <a:sym typeface="Times New Roman"/>
              </a:rPr>
              <a:t> </a:t>
            </a:r>
            <a:r>
              <a:rPr lang="en-US" sz="2400" b="0" i="0" u="none" strike="noStrike" cap="none" dirty="0">
                <a:solidFill>
                  <a:schemeClr val="dk1"/>
                </a:solidFill>
                <a:latin typeface="Times New Roman"/>
                <a:ea typeface="Times New Roman"/>
                <a:cs typeface="Times New Roman"/>
                <a:sym typeface="Times New Roman"/>
              </a:rPr>
              <a:t>Intel 5th Generation or above (i5, i7, or higher recommended for </a:t>
            </a:r>
            <a:r>
              <a:rPr lang="en-US" sz="2400" dirty="0">
                <a:solidFill>
                  <a:schemeClr val="dk1"/>
                </a:solidFill>
                <a:latin typeface="Times New Roman"/>
                <a:ea typeface="Times New Roman"/>
                <a:cs typeface="Times New Roman"/>
                <a:sym typeface="Times New Roman"/>
              </a:rPr>
              <a:t>decent CPU performance for handling multiple requests and threads efficiently.</a:t>
            </a:r>
            <a:r>
              <a:rPr lang="en-US" sz="2400" b="0" i="0" u="none" strike="noStrike" cap="none" dirty="0">
                <a:solidFill>
                  <a:schemeClr val="dk1"/>
                </a:solidFill>
                <a:latin typeface="Times New Roman"/>
                <a:ea typeface="Times New Roman"/>
                <a:cs typeface="Times New Roman"/>
                <a:sym typeface="Times New Roman"/>
              </a:rPr>
              <a:t>).</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Memory :- </a:t>
            </a:r>
            <a:r>
              <a:rPr lang="en-US" sz="2400" b="0" i="0" u="none" strike="noStrike" cap="none" dirty="0">
                <a:solidFill>
                  <a:schemeClr val="dk1"/>
                </a:solidFill>
                <a:latin typeface="Times New Roman"/>
                <a:ea typeface="Times New Roman"/>
                <a:cs typeface="Times New Roman"/>
                <a:sym typeface="Times New Roman"/>
              </a:rPr>
              <a:t>8 GB or above (</a:t>
            </a:r>
            <a:r>
              <a:rPr lang="en-US" sz="2400" dirty="0">
                <a:solidFill>
                  <a:schemeClr val="dk1"/>
                </a:solidFill>
                <a:latin typeface="Times New Roman"/>
                <a:ea typeface="Times New Roman"/>
                <a:cs typeface="Times New Roman"/>
                <a:sym typeface="Times New Roman"/>
              </a:rPr>
              <a:t>crucial to run the Java Virtual Machine (JVM), database (e.g., MySQL/PostgreSQL), and application server concurrently without performance lags.</a:t>
            </a:r>
            <a:r>
              <a:rPr lang="en-US" sz="2400" b="0" i="0" u="none" strike="noStrike" cap="none" dirty="0">
                <a:solidFill>
                  <a:schemeClr val="dk1"/>
                </a:solidFill>
                <a:latin typeface="Times New Roman"/>
                <a:ea typeface="Times New Roman"/>
                <a:cs typeface="Times New Roman"/>
                <a:sym typeface="Times New Roman"/>
              </a:rPr>
              <a:t>).</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Hard Disk :- </a:t>
            </a:r>
            <a:r>
              <a:rPr lang="en-US" sz="2400" dirty="0">
                <a:solidFill>
                  <a:schemeClr val="dk1"/>
                </a:solidFill>
                <a:latin typeface="Times New Roman"/>
                <a:ea typeface="Times New Roman"/>
                <a:cs typeface="Times New Roman"/>
                <a:sym typeface="Times New Roman"/>
              </a:rPr>
              <a:t>5</a:t>
            </a:r>
            <a:r>
              <a:rPr lang="en-US" sz="2400" b="0" i="0" u="none" strike="noStrike" cap="none" dirty="0">
                <a:solidFill>
                  <a:schemeClr val="dk1"/>
                </a:solidFill>
                <a:latin typeface="Times New Roman"/>
                <a:ea typeface="Times New Roman"/>
                <a:cs typeface="Times New Roman"/>
                <a:sym typeface="Times New Roman"/>
              </a:rPr>
              <a:t>00 GB SSD(</a:t>
            </a:r>
            <a:r>
              <a:rPr lang="en-US" sz="2400" dirty="0">
                <a:solidFill>
                  <a:schemeClr val="dk1"/>
                </a:solidFill>
                <a:latin typeface="Times New Roman"/>
                <a:ea typeface="Times New Roman"/>
                <a:cs typeface="Times New Roman"/>
                <a:sym typeface="Times New Roman"/>
              </a:rPr>
              <a:t>helps in faster application boot-up, logging, data storage, and file serving (images, reports, etc.).</a:t>
            </a: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1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37" name="Google Shape;1037;p15"/>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38" name="Google Shape;1038;p15"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39" name="Google Shape;1039;p15"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0" name="Google Shape;1040;p15"/>
          <p:cNvSpPr/>
          <p:nvPr/>
        </p:nvSpPr>
        <p:spPr>
          <a:xfrm>
            <a:off x="549377" y="1297677"/>
            <a:ext cx="8315409" cy="4955203"/>
          </a:xfrm>
          <a:prstGeom prst="rect">
            <a:avLst/>
          </a:prstGeom>
          <a:noFill/>
          <a:ln>
            <a:noFill/>
          </a:ln>
        </p:spPr>
        <p:txBody>
          <a:bodyPr spcFirstLastPara="1" wrap="square" lIns="91425" tIns="45700" rIns="91425" bIns="45700" anchor="ctr" anchorCtr="0">
            <a:spAutoFit/>
          </a:bodyPr>
          <a:lstStyle/>
          <a:p>
            <a:pPr algn="ctr"/>
            <a:r>
              <a:rPr lang="en-US" sz="2800" b="1" u="sng" dirty="0">
                <a:solidFill>
                  <a:srgbClr val="FF0000"/>
                </a:solidFill>
                <a:latin typeface="Times New Roman"/>
                <a:cs typeface="Times New Roman"/>
                <a:sym typeface="Times New Roman"/>
              </a:rPr>
              <a:t>SOFTWARE REQUIREMENT</a:t>
            </a:r>
            <a:endParaRPr lang="en-US" sz="2800" u="sng"/>
          </a:p>
          <a:p>
            <a:pPr marL="0" marR="0" lvl="0" indent="0" algn="ctr" rtl="0">
              <a:lnSpc>
                <a:spcPct val="100000"/>
              </a:lnSpc>
              <a:spcBef>
                <a:spcPts val="0"/>
              </a:spcBef>
              <a:spcAft>
                <a:spcPts val="0"/>
              </a:spcAft>
              <a:buNone/>
            </a:pPr>
            <a:endParaRPr sz="2400" b="1"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Programming Language: </a:t>
            </a:r>
            <a:r>
              <a:rPr lang="en-US" sz="2400" dirty="0">
                <a:solidFill>
                  <a:schemeClr val="dk1"/>
                </a:solidFill>
                <a:latin typeface="Times New Roman"/>
                <a:ea typeface="Times New Roman"/>
                <a:cs typeface="Times New Roman"/>
                <a:sym typeface="Times New Roman"/>
              </a:rPr>
              <a:t>Java</a:t>
            </a:r>
            <a:r>
              <a:rPr lang="en-US" sz="2400" b="0" i="0" u="none" strike="noStrike" cap="none" dirty="0">
                <a:solidFill>
                  <a:schemeClr val="dk1"/>
                </a:solidFill>
                <a:latin typeface="Times New Roman"/>
                <a:ea typeface="Times New Roman"/>
                <a:cs typeface="Times New Roman"/>
                <a:sym typeface="Times New Roman"/>
              </a:rPr>
              <a:t> (Server), React(Frontend)</a:t>
            </a: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Libraries: </a:t>
            </a:r>
            <a:endParaRPr sz="2400" b="1" i="0" u="none" strike="noStrike" cap="none"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Web for REST APIs, </a:t>
            </a:r>
            <a:endParaRPr sz="2300"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Data JPA for Database Operations</a:t>
            </a:r>
            <a:endParaRPr sz="2300"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Security for Authentication/Authorization.</a:t>
            </a:r>
            <a:endParaRPr sz="23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Operating System: </a:t>
            </a:r>
            <a:r>
              <a:rPr lang="en-US" sz="2400" b="0" i="0" u="none" strike="noStrike" cap="none" dirty="0">
                <a:solidFill>
                  <a:schemeClr val="dk1"/>
                </a:solidFill>
                <a:latin typeface="Times New Roman"/>
                <a:ea typeface="Times New Roman"/>
                <a:cs typeface="Times New Roman"/>
                <a:sym typeface="Times New Roman"/>
              </a:rPr>
              <a:t>Cross-platform (Windows, Linux, macOS)</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Development Environment: </a:t>
            </a:r>
            <a:r>
              <a:rPr lang="en-US" sz="2400" dirty="0">
                <a:solidFill>
                  <a:schemeClr val="dk1"/>
                </a:solidFill>
                <a:latin typeface="Times New Roman"/>
                <a:ea typeface="Times New Roman"/>
                <a:cs typeface="Times New Roman"/>
                <a:sym typeface="Times New Roman"/>
              </a:rPr>
              <a:t>VS Code, Eclipse, Spring Tool Suite, or any of choice.</a:t>
            </a: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1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46" name="Google Shape;1046;p16"/>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47" name="Google Shape;1047;p16"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48" name="Google Shape;1048;p16"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9" name="Google Shape;1049;p16"/>
          <p:cNvSpPr txBox="1"/>
          <p:nvPr/>
        </p:nvSpPr>
        <p:spPr>
          <a:xfrm>
            <a:off x="536575" y="1224574"/>
            <a:ext cx="8070900" cy="338550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CONCLUSION</a:t>
            </a:r>
            <a:endParaRPr lang="en-US" sz="2800" b="1" u="sng" dirty="0">
              <a:solidFill>
                <a:srgbClr val="FF0000"/>
              </a:solidFill>
              <a:latin typeface="Times New Roman"/>
              <a:cs typeface="Times New Roman"/>
            </a:endParaRPr>
          </a:p>
          <a:p>
            <a:pPr algn="ctr">
              <a:buSzPts val="2800"/>
            </a:pPr>
            <a:endParaRPr lang="en-US" sz="2800" b="1" dirty="0">
              <a:solidFill>
                <a:srgbClr val="FF0000"/>
              </a:solidFill>
              <a:latin typeface="Times New Roman"/>
              <a:ea typeface="Times New Roman"/>
              <a:cs typeface="Times New Roman"/>
              <a:sym typeface="Times New Roman"/>
            </a:endParaRPr>
          </a:p>
          <a:p>
            <a:pPr marL="0" lvl="0" indent="0" algn="just" rtl="0">
              <a:lnSpc>
                <a:spcPct val="115000"/>
              </a:lnSpc>
              <a:spcBef>
                <a:spcPts val="1200"/>
              </a:spcBef>
              <a:spcAft>
                <a:spcPts val="120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The e-Ration Shop aims to transform PDS by ensuring fair, transparent, and digital access to essential goods. It reduces corruption, improves user access, and supports government goals under Digital India. This system can play a vital role in making food security more reliable and citizen-focused.</a:t>
            </a:r>
            <a:endParaRPr sz="2400" dirty="0">
              <a:solidFill>
                <a:schemeClr val="dk1"/>
              </a:solidFill>
              <a:latin typeface="Times New Roman"/>
              <a:ea typeface="Times New Roman"/>
              <a:cs typeface="Times New Roman"/>
              <a:sym typeface="Times New Roman"/>
            </a:endParaRPr>
          </a:p>
        </p:txBody>
      </p:sp>
      <p:sp>
        <p:nvSpPr>
          <p:cNvPr id="1050" name="Google Shape;1050;p16"/>
          <p:cNvSpPr/>
          <p:nvPr/>
        </p:nvSpPr>
        <p:spPr>
          <a:xfrm>
            <a:off x="0" y="-323165"/>
            <a:ext cx="184731"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4">
          <a:extLst>
            <a:ext uri="{FF2B5EF4-FFF2-40B4-BE49-F238E27FC236}">
              <a16:creationId xmlns:a16="http://schemas.microsoft.com/office/drawing/2014/main" xmlns="" id="{9E363DBB-213A-7A97-53E4-4A9FBBF557C2}"/>
            </a:ext>
          </a:extLst>
        </p:cNvPr>
        <p:cNvGrpSpPr/>
        <p:nvPr/>
      </p:nvGrpSpPr>
      <p:grpSpPr>
        <a:xfrm>
          <a:off x="0" y="0"/>
          <a:ext cx="0" cy="0"/>
          <a:chOff x="0" y="0"/>
          <a:chExt cx="0" cy="0"/>
        </a:xfrm>
      </p:grpSpPr>
      <p:sp>
        <p:nvSpPr>
          <p:cNvPr id="1045" name="Google Shape;1045;p16">
            <a:extLst>
              <a:ext uri="{FF2B5EF4-FFF2-40B4-BE49-F238E27FC236}">
                <a16:creationId xmlns:a16="http://schemas.microsoft.com/office/drawing/2014/main" xmlns="" id="{9279E130-364E-0505-ECEA-1C4656438879}"/>
              </a:ext>
            </a:extLst>
          </p:cNvPr>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46" name="Google Shape;1046;p16">
            <a:extLst>
              <a:ext uri="{FF2B5EF4-FFF2-40B4-BE49-F238E27FC236}">
                <a16:creationId xmlns:a16="http://schemas.microsoft.com/office/drawing/2014/main" xmlns="" id="{6283940D-862B-0D12-45B0-D62883334573}"/>
              </a:ext>
            </a:extLst>
          </p:cNvPr>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47" name="Google Shape;1047;p16" descr="Description: Description: I:\ALL PICTURE\JSPM LOGO.JPG">
            <a:extLst>
              <a:ext uri="{FF2B5EF4-FFF2-40B4-BE49-F238E27FC236}">
                <a16:creationId xmlns:a16="http://schemas.microsoft.com/office/drawing/2014/main" xmlns="" id="{DA0D0BCF-99C9-2CB7-50E6-CEA05DB54393}"/>
              </a:ext>
            </a:extLst>
          </p:cNvPr>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48" name="Google Shape;1048;p16" descr="C:\Users\staff\Downloads\image.png">
            <a:extLst>
              <a:ext uri="{FF2B5EF4-FFF2-40B4-BE49-F238E27FC236}">
                <a16:creationId xmlns:a16="http://schemas.microsoft.com/office/drawing/2014/main" xmlns="" id="{1F771137-B352-8D0E-2ACE-C131FD1EFBA8}"/>
              </a:ext>
            </a:extLst>
          </p:cNvPr>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9" name="Google Shape;1049;p16">
            <a:extLst>
              <a:ext uri="{FF2B5EF4-FFF2-40B4-BE49-F238E27FC236}">
                <a16:creationId xmlns:a16="http://schemas.microsoft.com/office/drawing/2014/main" xmlns="" id="{AF679ADB-D504-FB35-E4BC-E4A18B3EC04F}"/>
              </a:ext>
            </a:extLst>
          </p:cNvPr>
          <p:cNvSpPr txBox="1"/>
          <p:nvPr/>
        </p:nvSpPr>
        <p:spPr>
          <a:xfrm>
            <a:off x="568473" y="1086350"/>
            <a:ext cx="8070900" cy="600160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u="sng" dirty="0">
                <a:solidFill>
                  <a:srgbClr val="FF0000"/>
                </a:solidFill>
                <a:latin typeface="Times New Roman"/>
                <a:cs typeface="Times New Roman"/>
                <a:sym typeface="Times New Roman"/>
              </a:rPr>
              <a:t>REFERENCES</a:t>
            </a:r>
            <a:endParaRPr lang="en-US" sz="2800" u="sng">
              <a:latin typeface="Times New Roman"/>
            </a:endParaRPr>
          </a:p>
          <a:p>
            <a:pPr marL="342900" indent="-342900" algn="just">
              <a:spcBef>
                <a:spcPts val="1200"/>
              </a:spcBef>
              <a:spcAft>
                <a:spcPts val="1200"/>
              </a:spcAft>
              <a:buSzPts val="1100"/>
              <a:buChar char="•"/>
            </a:pPr>
            <a:r>
              <a:rPr lang="en-US" sz="1800" dirty="0">
                <a:solidFill>
                  <a:srgbClr val="6130FF"/>
                </a:solidFill>
                <a:latin typeface="Times New Roman"/>
                <a:hlinkClick r:id="rId5">
                  <a:extLst>
                    <a:ext uri="{A12FA001-AC4F-418D-AE19-62706E023703}">
                      <ahyp:hlinkClr xmlns:ahyp="http://schemas.microsoft.com/office/drawing/2018/hyperlinkcolor" xmlns="" val="tx"/>
                    </a:ext>
                  </a:extLst>
                </a:hlinkClick>
              </a:rPr>
              <a:t>Vikram Singh; Vellanki Aamani; Booreddy Mounika (April 2013): Smart Ration Card. Journal of Global Research in Computer Science, Volume 4, No. 4.</a:t>
            </a:r>
            <a:endParaRPr lang="en-US" sz="1800">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6">
                  <a:extLst>
                    <a:ext uri="{A12FA001-AC4F-418D-AE19-62706E023703}">
                      <ahyp:hlinkClr xmlns:ahyp="http://schemas.microsoft.com/office/drawing/2018/hyperlinkcolor" xmlns="" val="tx"/>
                    </a:ext>
                  </a:extLst>
                </a:hlinkClick>
              </a:rPr>
              <a:t>A.N.Madur; Sham Nayse (July 2013): Automation in rationing system using ARM7 and RFID. International journal of innovative research in electrical, electronics, instrumentation and control engineering, Volume 1</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7">
                  <a:extLst>
                    <a:ext uri="{A12FA001-AC4F-418D-AE19-62706E023703}">
                      <ahyp:hlinkClr xmlns:ahyp="http://schemas.microsoft.com/office/drawing/2018/hyperlinkcolor" xmlns="" val="tx"/>
                    </a:ext>
                  </a:extLst>
                </a:hlinkClick>
              </a:rPr>
              <a:t>Kashinath Wakade; Chidrawar Pankaj; Aitwade Dinesh (April 2015): Smart Ration Distribution Partition and Power Controlling. International Journal of Scientific and Research Inventor Publication, Volume 5, Issue 4.</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8">
                  <a:extLst>
                    <a:ext uri="{A12FA001-AC4F-418D-AE19-62706E023703}">
                      <ahyp:hlinkClr xmlns:ahyp="http://schemas.microsoft.com/office/drawing/2018/hyperlinkcolor" xmlns="" val="tx"/>
                    </a:ext>
                  </a:extLst>
                </a:hlinkClick>
              </a:rPr>
              <a:t>Yogesh Kumar Sharma; Dr. K. B. Shivakumar; Srinidhi G. (March 2015): Biometric Device using PDS. IRF International Conference.</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9">
                  <a:extLst>
                    <a:ext uri="{A12FA001-AC4F-418D-AE19-62706E023703}">
                      <ahyp:hlinkClr xmlns:ahyp="http://schemas.microsoft.com/office/drawing/2018/hyperlinkcolor" xmlns="" val="tx"/>
                    </a:ext>
                  </a:extLst>
                </a:hlinkClick>
              </a:rPr>
              <a:t>E-Rationing Management System Prajakta Shinde1 , Kautubhi Shukla 2 , Shraddha Zagade3 , V. S. Kumbhar4</a:t>
            </a:r>
            <a:endParaRPr lang="en-US" sz="1800" u="sng">
              <a:solidFill>
                <a:srgbClr val="6130FF"/>
              </a:solidFill>
              <a:latin typeface="Times New Roman"/>
              <a:hlinkClick r:id="rId9">
                <a:extLst>
                  <a:ext uri="{A12FA001-AC4F-418D-AE19-62706E023703}">
                    <ahyp:hlinkClr xmlns:ahyp="http://schemas.microsoft.com/office/drawing/2018/hyperlinkcolor" xmlns="" val="tx"/>
                  </a:ext>
                </a:extLst>
              </a:hlinkClick>
            </a:endParaRPr>
          </a:p>
          <a:p>
            <a:pPr marL="342900" indent="-342900" algn="just">
              <a:spcBef>
                <a:spcPts val="1200"/>
              </a:spcBef>
              <a:spcAft>
                <a:spcPts val="1200"/>
              </a:spcAft>
              <a:buSzPts val="1100"/>
              <a:buChar char="•"/>
            </a:pPr>
            <a:endParaRPr lang="en-US" sz="2000" dirty="0">
              <a:solidFill>
                <a:schemeClr val="dk1"/>
              </a:solidFill>
              <a:latin typeface="Times New Roman"/>
            </a:endParaRPr>
          </a:p>
        </p:txBody>
      </p:sp>
      <p:sp>
        <p:nvSpPr>
          <p:cNvPr id="1050" name="Google Shape;1050;p16">
            <a:extLst>
              <a:ext uri="{FF2B5EF4-FFF2-40B4-BE49-F238E27FC236}">
                <a16:creationId xmlns:a16="http://schemas.microsoft.com/office/drawing/2014/main" xmlns="" id="{85FC654C-3F02-B2CA-57AA-D8317B64C873}"/>
              </a:ext>
            </a:extLst>
          </p:cNvPr>
          <p:cNvSpPr/>
          <p:nvPr/>
        </p:nvSpPr>
        <p:spPr>
          <a:xfrm>
            <a:off x="0" y="-323165"/>
            <a:ext cx="184731"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3721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7"/>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56" name="Google Shape;1056;p17"/>
          <p:cNvGraphicFramePr/>
          <p:nvPr/>
        </p:nvGraphicFramePr>
        <p:xfrm>
          <a:off x="1371600" y="76200"/>
          <a:ext cx="6477000" cy="998700"/>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57" name="Google Shape;1057;p17"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58" name="Google Shape;1058;p17"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59" name="Google Shape;1059;p17"/>
          <p:cNvSpPr txBox="1"/>
          <p:nvPr/>
        </p:nvSpPr>
        <p:spPr>
          <a:xfrm>
            <a:off x="2286000" y="1905506"/>
            <a:ext cx="4572000" cy="30469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9600"/>
              <a:buFont typeface="Arial"/>
              <a:buNone/>
            </a:pPr>
            <a:r>
              <a:rPr lang="en-US" sz="9600" b="1" i="0" u="none" strike="noStrike" cap="none">
                <a:solidFill>
                  <a:srgbClr val="FF0000"/>
                </a:solidFill>
                <a:latin typeface="Times New Roman"/>
                <a:ea typeface="Times New Roman"/>
                <a:cs typeface="Times New Roman"/>
                <a:sym typeface="Times New Roman"/>
              </a:rPr>
              <a:t>Thank You</a:t>
            </a:r>
            <a:endParaRPr sz="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8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9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1624</Words>
  <Application>Microsoft Office PowerPoint</Application>
  <PresentationFormat>On-screen Show (4:3)</PresentationFormat>
  <Paragraphs>245</Paragraphs>
  <Slides>21</Slides>
  <Notes>19</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21</vt:i4>
      </vt:variant>
    </vt:vector>
  </HeadingPairs>
  <TitlesOfParts>
    <vt:vector size="37" baseType="lpstr">
      <vt:lpstr>Arial</vt:lpstr>
      <vt:lpstr>Calibri</vt:lpstr>
      <vt:lpstr>Cambria</vt:lpstr>
      <vt:lpstr>Noto Sans Symbols</vt:lpstr>
      <vt:lpstr>Symbol</vt:lpstr>
      <vt:lpstr>Times New Roman</vt:lpstr>
      <vt:lpstr>Verdana</vt:lpstr>
      <vt:lpstr>Theme1</vt:lpstr>
      <vt:lpstr>1_Theme1</vt:lpstr>
      <vt:lpstr>5_Theme1</vt:lpstr>
      <vt:lpstr>3_Theme1</vt:lpstr>
      <vt:lpstr>4_Theme1</vt:lpstr>
      <vt:lpstr>6_Theme1</vt:lpstr>
      <vt:lpstr>7_Theme1</vt:lpstr>
      <vt:lpstr>8_Theme1</vt:lpstr>
      <vt:lpstr>9_Theme1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Sanu Deokar</dc:creator>
  <cp:lastModifiedBy>USER</cp:lastModifiedBy>
  <cp:revision>198</cp:revision>
  <dcterms:created xsi:type="dcterms:W3CDTF">2023-08-27T14:12:05Z</dcterms:created>
  <dcterms:modified xsi:type="dcterms:W3CDTF">2025-09-13T04:00:58Z</dcterms:modified>
</cp:coreProperties>
</file>