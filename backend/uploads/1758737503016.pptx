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6.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8.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 id="2147483674" r:id="rId3"/>
    <p:sldMasterId id="2147483688" r:id="rId4"/>
    <p:sldMasterId id="2147483702" r:id="rId5"/>
    <p:sldMasterId id="2147483716" r:id="rId6"/>
    <p:sldMasterId id="2147483730" r:id="rId7"/>
    <p:sldMasterId id="2147483744" r:id="rId8"/>
    <p:sldMasterId id="2147483758" r:id="rId9"/>
  </p:sldMasterIdLst>
  <p:notesMasterIdLst>
    <p:notesMasterId r:id="rId28"/>
  </p:notesMasterIdLst>
  <p:sldIdLst>
    <p:sldId id="256" r:id="rId10"/>
    <p:sldId id="257" r:id="rId11"/>
    <p:sldId id="258" r:id="rId12"/>
    <p:sldId id="260" r:id="rId13"/>
    <p:sldId id="261" r:id="rId14"/>
    <p:sldId id="262" r:id="rId15"/>
    <p:sldId id="259" r:id="rId16"/>
    <p:sldId id="263" r:id="rId17"/>
    <p:sldId id="264" r:id="rId18"/>
    <p:sldId id="269" r:id="rId19"/>
    <p:sldId id="270" r:id="rId20"/>
    <p:sldId id="325" r:id="rId21"/>
    <p:sldId id="326" r:id="rId22"/>
    <p:sldId id="265" r:id="rId23"/>
    <p:sldId id="266" r:id="rId24"/>
    <p:sldId id="267" r:id="rId25"/>
    <p:sldId id="327" r:id="rId26"/>
    <p:sldId id="268" r:id="rId2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LtN4m9okjOtrAdHN3N+umZbJK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3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99C362-CE42-4AFF-B18A-DC3CEA7FD256}" v="754" dt="2025-09-12T10:38:28.056"/>
  </p1510:revLst>
</p1510:revInfo>
</file>

<file path=ppt/tableStyles.xml><?xml version="1.0" encoding="utf-8"?>
<a:tblStyleLst xmlns:a="http://schemas.openxmlformats.org/drawingml/2006/main" def="{AFAE393C-F8AA-4918-ABC8-B2812CB08CFE}">
  <a:tblStyle styleId="{AFAE393C-F8AA-4918-ABC8-B2812CB08CF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9CAA7B2-A04D-46ED-B5DE-FEF1A114C4F6}"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660"/>
  </p:normalViewPr>
  <p:slideViewPr>
    <p:cSldViewPr snapToGrid="0">
      <p:cViewPr varScale="1">
        <p:scale>
          <a:sx n="70" d="100"/>
          <a:sy n="70" d="100"/>
        </p:scale>
        <p:origin x="13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slideMaster" Target="slideMasters/slideMaster3.xml"/><Relationship Id="rId21" Type="http://schemas.openxmlformats.org/officeDocument/2006/relationships/slide" Target="slides/slide12.xml"/><Relationship Id="rId34" Type="http://schemas.microsoft.com/office/2015/10/relationships/revisionInfo" Target="revisionInfo.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89870511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0" name="Google Shape;94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021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9" name="Google Shape;94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0715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8" name="Google Shape;95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0391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6" name="Google Shape;97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0920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6" name="Google Shape;98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0019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6" name="Google Shape;99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6272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7" name="Google Shape;96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6108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6" name="Google Shape;10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7563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552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a:extLst>
            <a:ext uri="{FF2B5EF4-FFF2-40B4-BE49-F238E27FC236}">
              <a16:creationId xmlns:a16="http://schemas.microsoft.com/office/drawing/2014/main" xmlns="" id="{7C394D2B-27D7-F3F5-6EDB-81DFEB5DE60C}"/>
            </a:ext>
          </a:extLst>
        </p:cNvPr>
        <p:cNvGrpSpPr/>
        <p:nvPr/>
      </p:nvGrpSpPr>
      <p:grpSpPr>
        <a:xfrm>
          <a:off x="0" y="0"/>
          <a:ext cx="0" cy="0"/>
          <a:chOff x="0" y="0"/>
          <a:chExt cx="0" cy="0"/>
        </a:xfrm>
      </p:grpSpPr>
      <p:sp>
        <p:nvSpPr>
          <p:cNvPr id="1014" name="Google Shape;1014;p9:notes">
            <a:extLst>
              <a:ext uri="{FF2B5EF4-FFF2-40B4-BE49-F238E27FC236}">
                <a16:creationId xmlns:a16="http://schemas.microsoft.com/office/drawing/2014/main" xmlns="" id="{882050A5-40CA-0D17-B7D2-53A7AAC227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a:extLst>
              <a:ext uri="{FF2B5EF4-FFF2-40B4-BE49-F238E27FC236}">
                <a16:creationId xmlns:a16="http://schemas.microsoft.com/office/drawing/2014/main" xmlns="" id="{812AF7B9-C723-76B0-8067-30259BCAC94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4490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5" name="Google Shape;101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85522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5" name="Google Shape;102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2576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4" name="Google Shape;103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2937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3" name="Google Shape;104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42360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a:extLst>
            <a:ext uri="{FF2B5EF4-FFF2-40B4-BE49-F238E27FC236}">
              <a16:creationId xmlns:a16="http://schemas.microsoft.com/office/drawing/2014/main" xmlns="" id="{FD0C4C0B-3F83-1EFA-1858-F8E10FAE0FBF}"/>
            </a:ext>
          </a:extLst>
        </p:cNvPr>
        <p:cNvGrpSpPr/>
        <p:nvPr/>
      </p:nvGrpSpPr>
      <p:grpSpPr>
        <a:xfrm>
          <a:off x="0" y="0"/>
          <a:ext cx="0" cy="0"/>
          <a:chOff x="0" y="0"/>
          <a:chExt cx="0" cy="0"/>
        </a:xfrm>
      </p:grpSpPr>
      <p:sp>
        <p:nvSpPr>
          <p:cNvPr id="1042" name="Google Shape;1042;p16:notes">
            <a:extLst>
              <a:ext uri="{FF2B5EF4-FFF2-40B4-BE49-F238E27FC236}">
                <a16:creationId xmlns:a16="http://schemas.microsoft.com/office/drawing/2014/main" xmlns="" id="{06B93A2A-47BC-05A0-C414-71A09082C4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3" name="Google Shape;1043;p16:notes">
            <a:extLst>
              <a:ext uri="{FF2B5EF4-FFF2-40B4-BE49-F238E27FC236}">
                <a16:creationId xmlns:a16="http://schemas.microsoft.com/office/drawing/2014/main" xmlns="" id="{42D86F7D-04A7-7109-84DB-3270BC86D8E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2844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3" name="Google Shape;105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9645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19"/>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19"/>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6" name="Google Shape;16;p1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7"/>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3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3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3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40"/>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0"/>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40"/>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40"/>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0"/>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4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4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4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4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4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43"/>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9" name="Google Shape;59;p43"/>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0" name="Google Shape;60;p4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3"/>
        <p:cNvGrpSpPr/>
        <p:nvPr/>
      </p:nvGrpSpPr>
      <p:grpSpPr>
        <a:xfrm>
          <a:off x="0" y="0"/>
          <a:ext cx="0" cy="0"/>
          <a:chOff x="0" y="0"/>
          <a:chExt cx="0" cy="0"/>
        </a:xfrm>
      </p:grpSpPr>
      <p:sp>
        <p:nvSpPr>
          <p:cNvPr id="64" name="Google Shape;64;p4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44"/>
          <p:cNvSpPr>
            <a:spLocks noGrp="1"/>
          </p:cNvSpPr>
          <p:nvPr>
            <p:ph type="pic" idx="2"/>
          </p:nvPr>
        </p:nvSpPr>
        <p:spPr>
          <a:xfrm>
            <a:off x="3887391" y="987426"/>
            <a:ext cx="4629150" cy="4873625"/>
          </a:xfrm>
          <a:prstGeom prst="rect">
            <a:avLst/>
          </a:prstGeom>
          <a:noFill/>
          <a:ln>
            <a:noFill/>
          </a:ln>
        </p:spPr>
      </p:sp>
      <p:sp>
        <p:nvSpPr>
          <p:cNvPr id="66" name="Google Shape;66;p44"/>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7" name="Google Shape;67;p4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4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4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0"/>
        <p:cNvGrpSpPr/>
        <p:nvPr/>
      </p:nvGrpSpPr>
      <p:grpSpPr>
        <a:xfrm>
          <a:off x="0" y="0"/>
          <a:ext cx="0" cy="0"/>
          <a:chOff x="0" y="0"/>
          <a:chExt cx="0" cy="0"/>
        </a:xfrm>
      </p:grpSpPr>
      <p:sp>
        <p:nvSpPr>
          <p:cNvPr id="71" name="Google Shape;71;p45"/>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45"/>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4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6"/>
        <p:cNvGrpSpPr/>
        <p:nvPr/>
      </p:nvGrpSpPr>
      <p:grpSpPr>
        <a:xfrm>
          <a:off x="0" y="0"/>
          <a:ext cx="0" cy="0"/>
          <a:chOff x="0" y="0"/>
          <a:chExt cx="0" cy="0"/>
        </a:xfrm>
      </p:grpSpPr>
      <p:sp>
        <p:nvSpPr>
          <p:cNvPr id="77" name="Google Shape;77;p46"/>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6"/>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4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4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4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4" name="Google Shape;94;p2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95" name="Google Shape;9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8"/>
        <p:cNvGrpSpPr/>
        <p:nvPr/>
      </p:nvGrpSpPr>
      <p:grpSpPr>
        <a:xfrm>
          <a:off x="0" y="0"/>
          <a:ext cx="0" cy="0"/>
          <a:chOff x="0" y="0"/>
          <a:chExt cx="0" cy="0"/>
        </a:xfrm>
      </p:grpSpPr>
      <p:sp>
        <p:nvSpPr>
          <p:cNvPr id="99" name="Google Shape;99;p4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0" name="Google Shape;100;p4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01" name="Google Shape;101;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4"/>
        <p:cNvGrpSpPr/>
        <p:nvPr/>
      </p:nvGrpSpPr>
      <p:grpSpPr>
        <a:xfrm>
          <a:off x="0" y="0"/>
          <a:ext cx="0" cy="0"/>
          <a:chOff x="0" y="0"/>
          <a:chExt cx="0" cy="0"/>
        </a:xfrm>
      </p:grpSpPr>
      <p:sp>
        <p:nvSpPr>
          <p:cNvPr id="105" name="Google Shape;105;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7" name="Google Shape;107;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0"/>
        <p:cNvGrpSpPr/>
        <p:nvPr/>
      </p:nvGrpSpPr>
      <p:grpSpPr>
        <a:xfrm>
          <a:off x="0" y="0"/>
          <a:ext cx="0" cy="0"/>
          <a:chOff x="0" y="0"/>
          <a:chExt cx="0" cy="0"/>
        </a:xfrm>
      </p:grpSpPr>
      <p:sp>
        <p:nvSpPr>
          <p:cNvPr id="111" name="Google Shape;111;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2" name="Google Shape;112;p4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3" name="Google Shape;113;p4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4" name="Google Shape;114;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7"/>
        <p:cNvGrpSpPr/>
        <p:nvPr/>
      </p:nvGrpSpPr>
      <p:grpSpPr>
        <a:xfrm>
          <a:off x="0" y="0"/>
          <a:ext cx="0" cy="0"/>
          <a:chOff x="0" y="0"/>
          <a:chExt cx="0" cy="0"/>
        </a:xfrm>
      </p:grpSpPr>
      <p:sp>
        <p:nvSpPr>
          <p:cNvPr id="118" name="Google Shape;118;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5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p5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p5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2" name="Google Shape;122;p5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3" name="Google Shape;123;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6"/>
        <p:cNvGrpSpPr/>
        <p:nvPr/>
      </p:nvGrpSpPr>
      <p:grpSpPr>
        <a:xfrm>
          <a:off x="0" y="0"/>
          <a:ext cx="0" cy="0"/>
          <a:chOff x="0" y="0"/>
          <a:chExt cx="0" cy="0"/>
        </a:xfrm>
      </p:grpSpPr>
      <p:sp>
        <p:nvSpPr>
          <p:cNvPr id="127" name="Google Shape;127;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8" name="Google Shape;128;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1"/>
        <p:cNvGrpSpPr/>
        <p:nvPr/>
      </p:nvGrpSpPr>
      <p:grpSpPr>
        <a:xfrm>
          <a:off x="0" y="0"/>
          <a:ext cx="0" cy="0"/>
          <a:chOff x="0" y="0"/>
          <a:chExt cx="0" cy="0"/>
        </a:xfrm>
      </p:grpSpPr>
      <p:sp>
        <p:nvSpPr>
          <p:cNvPr id="132" name="Google Shape;132;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5"/>
        <p:cNvGrpSpPr/>
        <p:nvPr/>
      </p:nvGrpSpPr>
      <p:grpSpPr>
        <a:xfrm>
          <a:off x="0" y="0"/>
          <a:ext cx="0" cy="0"/>
          <a:chOff x="0" y="0"/>
          <a:chExt cx="0" cy="0"/>
        </a:xfrm>
      </p:grpSpPr>
      <p:sp>
        <p:nvSpPr>
          <p:cNvPr id="136" name="Google Shape;136;p5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5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8" name="Google Shape;138;p5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9" name="Google Shape;139;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2"/>
        <p:cNvGrpSpPr/>
        <p:nvPr/>
      </p:nvGrpSpPr>
      <p:grpSpPr>
        <a:xfrm>
          <a:off x="0" y="0"/>
          <a:ext cx="0" cy="0"/>
          <a:chOff x="0" y="0"/>
          <a:chExt cx="0" cy="0"/>
        </a:xfrm>
      </p:grpSpPr>
      <p:sp>
        <p:nvSpPr>
          <p:cNvPr id="143" name="Google Shape;143;p5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4" name="Google Shape;144;p54"/>
          <p:cNvSpPr>
            <a:spLocks noGrp="1"/>
          </p:cNvSpPr>
          <p:nvPr>
            <p:ph type="pic" idx="2"/>
          </p:nvPr>
        </p:nvSpPr>
        <p:spPr>
          <a:xfrm>
            <a:off x="1792288" y="612775"/>
            <a:ext cx="5486400" cy="4114800"/>
          </a:xfrm>
          <a:prstGeom prst="rect">
            <a:avLst/>
          </a:prstGeom>
          <a:noFill/>
          <a:ln>
            <a:noFill/>
          </a:ln>
        </p:spPr>
      </p:sp>
      <p:sp>
        <p:nvSpPr>
          <p:cNvPr id="145" name="Google Shape;145;p5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6" name="Google Shape;146;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9"/>
        <p:cNvGrpSpPr/>
        <p:nvPr/>
      </p:nvGrpSpPr>
      <p:grpSpPr>
        <a:xfrm>
          <a:off x="0" y="0"/>
          <a:ext cx="0" cy="0"/>
          <a:chOff x="0" y="0"/>
          <a:chExt cx="0" cy="0"/>
        </a:xfrm>
      </p:grpSpPr>
      <p:sp>
        <p:nvSpPr>
          <p:cNvPr id="150" name="Google Shape;150;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1" name="Google Shape;151;p5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5"/>
        <p:cNvGrpSpPr/>
        <p:nvPr/>
      </p:nvGrpSpPr>
      <p:grpSpPr>
        <a:xfrm>
          <a:off x="0" y="0"/>
          <a:ext cx="0" cy="0"/>
          <a:chOff x="0" y="0"/>
          <a:chExt cx="0" cy="0"/>
        </a:xfrm>
      </p:grpSpPr>
      <p:sp>
        <p:nvSpPr>
          <p:cNvPr id="156" name="Google Shape;156;p5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7" name="Google Shape;157;p5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8" name="Google Shape;158;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161"/>
        <p:cNvGrpSpPr/>
        <p:nvPr/>
      </p:nvGrpSpPr>
      <p:grpSpPr>
        <a:xfrm>
          <a:off x="0" y="0"/>
          <a:ext cx="0" cy="0"/>
          <a:chOff x="0" y="0"/>
          <a:chExt cx="0" cy="0"/>
        </a:xfrm>
      </p:grpSpPr>
      <p:sp>
        <p:nvSpPr>
          <p:cNvPr id="162" name="Google Shape;162;p57"/>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63" name="Google Shape;163;p57"/>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64" name="Google Shape;164;p57"/>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65" name="Google Shape;165;p57"/>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166" name="Google Shape;166;p57"/>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167" name="Google Shape;167;p57"/>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168" name="Google Shape;168;p57"/>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169" name="Google Shape;169;p57"/>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170" name="Google Shape;170;p57"/>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171" name="Google Shape;171;p57"/>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172" name="Google Shape;172;p57"/>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3" name="Google Shape;173;p57"/>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4" name="Google Shape;174;p57"/>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5" name="Google Shape;175;p57"/>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6" name="Google Shape;176;p57"/>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7" name="Google Shape;177;p57"/>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178" name="Google Shape;178;p57"/>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179" name="Google Shape;179;p57"/>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0" name="Google Shape;180;p57"/>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57"/>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2" name="Google Shape;182;p57"/>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183"/>
        <p:cNvGrpSpPr/>
        <p:nvPr/>
      </p:nvGrpSpPr>
      <p:grpSpPr>
        <a:xfrm>
          <a:off x="0" y="0"/>
          <a:ext cx="0" cy="0"/>
          <a:chOff x="0" y="0"/>
          <a:chExt cx="0" cy="0"/>
        </a:xfrm>
      </p:grpSpPr>
      <p:sp>
        <p:nvSpPr>
          <p:cNvPr id="184" name="Google Shape;184;p58"/>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5" name="Google Shape;185;p58"/>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6" name="Google Shape;186;p5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7" name="Google Shape;187;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9"/>
        <p:cNvGrpSpPr/>
        <p:nvPr/>
      </p:nvGrpSpPr>
      <p:grpSpPr>
        <a:xfrm>
          <a:off x="0" y="0"/>
          <a:ext cx="0" cy="0"/>
          <a:chOff x="0" y="0"/>
          <a:chExt cx="0" cy="0"/>
        </a:xfrm>
      </p:grpSpPr>
      <p:sp>
        <p:nvSpPr>
          <p:cNvPr id="200" name="Google Shape;200;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1" name="Google Shape;201;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02" name="Google Shape;202;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4" name="Google Shape;20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5"/>
        <p:cNvGrpSpPr/>
        <p:nvPr/>
      </p:nvGrpSpPr>
      <p:grpSpPr>
        <a:xfrm>
          <a:off x="0" y="0"/>
          <a:ext cx="0" cy="0"/>
          <a:chOff x="0" y="0"/>
          <a:chExt cx="0" cy="0"/>
        </a:xfrm>
      </p:grpSpPr>
      <p:sp>
        <p:nvSpPr>
          <p:cNvPr id="206" name="Google Shape;206;p8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7" name="Google Shape;207;p8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8" name="Google Shape;208;p8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8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p8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1"/>
        <p:cNvGrpSpPr/>
        <p:nvPr/>
      </p:nvGrpSpPr>
      <p:grpSpPr>
        <a:xfrm>
          <a:off x="0" y="0"/>
          <a:ext cx="0" cy="0"/>
          <a:chOff x="0" y="0"/>
          <a:chExt cx="0" cy="0"/>
        </a:xfrm>
      </p:grpSpPr>
      <p:sp>
        <p:nvSpPr>
          <p:cNvPr id="212" name="Google Shape;212;p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3" name="Google Shape;213;p8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8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5" name="Google Shape;215;p8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8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7"/>
        <p:cNvGrpSpPr/>
        <p:nvPr/>
      </p:nvGrpSpPr>
      <p:grpSpPr>
        <a:xfrm>
          <a:off x="0" y="0"/>
          <a:ext cx="0" cy="0"/>
          <a:chOff x="0" y="0"/>
          <a:chExt cx="0" cy="0"/>
        </a:xfrm>
      </p:grpSpPr>
      <p:sp>
        <p:nvSpPr>
          <p:cNvPr id="218" name="Google Shape;218;p8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9" name="Google Shape;219;p8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20" name="Google Shape;220;p8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221" name="Google Shape;221;p8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8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8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24"/>
        <p:cNvGrpSpPr/>
        <p:nvPr/>
      </p:nvGrpSpPr>
      <p:grpSpPr>
        <a:xfrm>
          <a:off x="0" y="0"/>
          <a:ext cx="0" cy="0"/>
          <a:chOff x="0" y="0"/>
          <a:chExt cx="0" cy="0"/>
        </a:xfrm>
      </p:grpSpPr>
      <p:sp>
        <p:nvSpPr>
          <p:cNvPr id="225" name="Google Shape;225;p8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26" name="Google Shape;226;p8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27" name="Google Shape;227;p8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28" name="Google Shape;228;p8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29" name="Google Shape;229;p8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30" name="Google Shape;230;p8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8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8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3"/>
        <p:cNvGrpSpPr/>
        <p:nvPr/>
      </p:nvGrpSpPr>
      <p:grpSpPr>
        <a:xfrm>
          <a:off x="0" y="0"/>
          <a:ext cx="0" cy="0"/>
          <a:chOff x="0" y="0"/>
          <a:chExt cx="0" cy="0"/>
        </a:xfrm>
      </p:grpSpPr>
      <p:sp>
        <p:nvSpPr>
          <p:cNvPr id="234" name="Google Shape;234;p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5" name="Google Shape;235;p8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8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8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8"/>
        <p:cNvGrpSpPr/>
        <p:nvPr/>
      </p:nvGrpSpPr>
      <p:grpSpPr>
        <a:xfrm>
          <a:off x="0" y="0"/>
          <a:ext cx="0" cy="0"/>
          <a:chOff x="0" y="0"/>
          <a:chExt cx="0" cy="0"/>
        </a:xfrm>
      </p:grpSpPr>
      <p:sp>
        <p:nvSpPr>
          <p:cNvPr id="239" name="Google Shape;239;p8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8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8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2"/>
        <p:cNvGrpSpPr/>
        <p:nvPr/>
      </p:nvGrpSpPr>
      <p:grpSpPr>
        <a:xfrm>
          <a:off x="0" y="0"/>
          <a:ext cx="0" cy="0"/>
          <a:chOff x="0" y="0"/>
          <a:chExt cx="0" cy="0"/>
        </a:xfrm>
      </p:grpSpPr>
      <p:sp>
        <p:nvSpPr>
          <p:cNvPr id="243" name="Google Shape;243;p8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4" name="Google Shape;244;p8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45" name="Google Shape;245;p8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46" name="Google Shape;246;p8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7" name="Google Shape;247;p8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8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49"/>
        <p:cNvGrpSpPr/>
        <p:nvPr/>
      </p:nvGrpSpPr>
      <p:grpSpPr>
        <a:xfrm>
          <a:off x="0" y="0"/>
          <a:ext cx="0" cy="0"/>
          <a:chOff x="0" y="0"/>
          <a:chExt cx="0" cy="0"/>
        </a:xfrm>
      </p:grpSpPr>
      <p:sp>
        <p:nvSpPr>
          <p:cNvPr id="250" name="Google Shape;250;p9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1" name="Google Shape;251;p90"/>
          <p:cNvSpPr>
            <a:spLocks noGrp="1"/>
          </p:cNvSpPr>
          <p:nvPr>
            <p:ph type="pic" idx="2"/>
          </p:nvPr>
        </p:nvSpPr>
        <p:spPr>
          <a:xfrm>
            <a:off x="1792288" y="612775"/>
            <a:ext cx="5486400" cy="4114800"/>
          </a:xfrm>
          <a:prstGeom prst="rect">
            <a:avLst/>
          </a:prstGeom>
          <a:noFill/>
          <a:ln>
            <a:noFill/>
          </a:ln>
        </p:spPr>
      </p:sp>
      <p:sp>
        <p:nvSpPr>
          <p:cNvPr id="252" name="Google Shape;252;p9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53" name="Google Shape;253;p9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9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5" name="Google Shape;255;p9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56"/>
        <p:cNvGrpSpPr/>
        <p:nvPr/>
      </p:nvGrpSpPr>
      <p:grpSpPr>
        <a:xfrm>
          <a:off x="0" y="0"/>
          <a:ext cx="0" cy="0"/>
          <a:chOff x="0" y="0"/>
          <a:chExt cx="0" cy="0"/>
        </a:xfrm>
      </p:grpSpPr>
      <p:sp>
        <p:nvSpPr>
          <p:cNvPr id="257" name="Google Shape;257;p9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8" name="Google Shape;258;p9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9" name="Google Shape;259;p9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0" name="Google Shape;260;p9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1" name="Google Shape;261;p9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62"/>
        <p:cNvGrpSpPr/>
        <p:nvPr/>
      </p:nvGrpSpPr>
      <p:grpSpPr>
        <a:xfrm>
          <a:off x="0" y="0"/>
          <a:ext cx="0" cy="0"/>
          <a:chOff x="0" y="0"/>
          <a:chExt cx="0" cy="0"/>
        </a:xfrm>
      </p:grpSpPr>
      <p:sp>
        <p:nvSpPr>
          <p:cNvPr id="263" name="Google Shape;263;p9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4" name="Google Shape;264;p9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5" name="Google Shape;265;p9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6" name="Google Shape;266;p9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7" name="Google Shape;267;p9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268"/>
        <p:cNvGrpSpPr/>
        <p:nvPr/>
      </p:nvGrpSpPr>
      <p:grpSpPr>
        <a:xfrm>
          <a:off x="0" y="0"/>
          <a:ext cx="0" cy="0"/>
          <a:chOff x="0" y="0"/>
          <a:chExt cx="0" cy="0"/>
        </a:xfrm>
      </p:grpSpPr>
      <p:sp>
        <p:nvSpPr>
          <p:cNvPr id="269" name="Google Shape;269;p93"/>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70" name="Google Shape;270;p93"/>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71" name="Google Shape;271;p93"/>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72" name="Google Shape;272;p93"/>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273" name="Google Shape;273;p93"/>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274" name="Google Shape;274;p93"/>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275" name="Google Shape;275;p93"/>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276" name="Google Shape;276;p93"/>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277" name="Google Shape;277;p93"/>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278" name="Google Shape;278;p93"/>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279" name="Google Shape;279;p93"/>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0" name="Google Shape;280;p93"/>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1" name="Google Shape;281;p93"/>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2" name="Google Shape;282;p93"/>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3" name="Google Shape;283;p93"/>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4" name="Google Shape;284;p93"/>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285" name="Google Shape;285;p93"/>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286" name="Google Shape;286;p93"/>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7" name="Google Shape;287;p93"/>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8" name="Google Shape;288;p93"/>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9" name="Google Shape;289;p93"/>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290"/>
        <p:cNvGrpSpPr/>
        <p:nvPr/>
      </p:nvGrpSpPr>
      <p:grpSpPr>
        <a:xfrm>
          <a:off x="0" y="0"/>
          <a:ext cx="0" cy="0"/>
          <a:chOff x="0" y="0"/>
          <a:chExt cx="0" cy="0"/>
        </a:xfrm>
      </p:grpSpPr>
      <p:sp>
        <p:nvSpPr>
          <p:cNvPr id="291" name="Google Shape;291;p94"/>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2" name="Google Shape;292;p94"/>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3" name="Google Shape;293;p9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94" name="Google Shape;294;p9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9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6"/>
        <p:cNvGrpSpPr/>
        <p:nvPr/>
      </p:nvGrpSpPr>
      <p:grpSpPr>
        <a:xfrm>
          <a:off x="0" y="0"/>
          <a:ext cx="0" cy="0"/>
          <a:chOff x="0" y="0"/>
          <a:chExt cx="0" cy="0"/>
        </a:xfrm>
      </p:grpSpPr>
      <p:sp>
        <p:nvSpPr>
          <p:cNvPr id="307" name="Google Shape;307;p2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8" name="Google Shape;308;p2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9" name="Google Shape;309;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0" name="Google Shape;310;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1" name="Google Shape;311;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12"/>
        <p:cNvGrpSpPr/>
        <p:nvPr/>
      </p:nvGrpSpPr>
      <p:grpSpPr>
        <a:xfrm>
          <a:off x="0" y="0"/>
          <a:ext cx="0" cy="0"/>
          <a:chOff x="0" y="0"/>
          <a:chExt cx="0" cy="0"/>
        </a:xfrm>
      </p:grpSpPr>
      <p:sp>
        <p:nvSpPr>
          <p:cNvPr id="313" name="Google Shape;313;p5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4" name="Google Shape;314;p5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15" name="Google Shape;315;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6" name="Google Shape;316;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8"/>
        <p:cNvGrpSpPr/>
        <p:nvPr/>
      </p:nvGrpSpPr>
      <p:grpSpPr>
        <a:xfrm>
          <a:off x="0" y="0"/>
          <a:ext cx="0" cy="0"/>
          <a:chOff x="0" y="0"/>
          <a:chExt cx="0" cy="0"/>
        </a:xfrm>
      </p:grpSpPr>
      <p:sp>
        <p:nvSpPr>
          <p:cNvPr id="319" name="Google Shape;319;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0" name="Google Shape;320;p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1" name="Google Shape;321;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2" name="Google Shape;322;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3" name="Google Shape;323;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4"/>
        <p:cNvGrpSpPr/>
        <p:nvPr/>
      </p:nvGrpSpPr>
      <p:grpSpPr>
        <a:xfrm>
          <a:off x="0" y="0"/>
          <a:ext cx="0" cy="0"/>
          <a:chOff x="0" y="0"/>
          <a:chExt cx="0" cy="0"/>
        </a:xfrm>
      </p:grpSpPr>
      <p:sp>
        <p:nvSpPr>
          <p:cNvPr id="325" name="Google Shape;325;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6" name="Google Shape;326;p6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7" name="Google Shape;327;p6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8" name="Google Shape;328;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0" name="Google Shape;330;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31"/>
        <p:cNvGrpSpPr/>
        <p:nvPr/>
      </p:nvGrpSpPr>
      <p:grpSpPr>
        <a:xfrm>
          <a:off x="0" y="0"/>
          <a:ext cx="0" cy="0"/>
          <a:chOff x="0" y="0"/>
          <a:chExt cx="0" cy="0"/>
        </a:xfrm>
      </p:grpSpPr>
      <p:sp>
        <p:nvSpPr>
          <p:cNvPr id="332" name="Google Shape;332;p6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3" name="Google Shape;333;p6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34" name="Google Shape;334;p6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35" name="Google Shape;335;p6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36" name="Google Shape;336;p6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37" name="Google Shape;337;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9" name="Google Shape;339;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0"/>
        <p:cNvGrpSpPr/>
        <p:nvPr/>
      </p:nvGrpSpPr>
      <p:grpSpPr>
        <a:xfrm>
          <a:off x="0" y="0"/>
          <a:ext cx="0" cy="0"/>
          <a:chOff x="0" y="0"/>
          <a:chExt cx="0" cy="0"/>
        </a:xfrm>
      </p:grpSpPr>
      <p:sp>
        <p:nvSpPr>
          <p:cNvPr id="341" name="Google Shape;341;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42" name="Google Shape;3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5"/>
        <p:cNvGrpSpPr/>
        <p:nvPr/>
      </p:nvGrpSpPr>
      <p:grpSpPr>
        <a:xfrm>
          <a:off x="0" y="0"/>
          <a:ext cx="0" cy="0"/>
          <a:chOff x="0" y="0"/>
          <a:chExt cx="0" cy="0"/>
        </a:xfrm>
      </p:grpSpPr>
      <p:sp>
        <p:nvSpPr>
          <p:cNvPr id="346" name="Google Shape;346;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7" name="Google Shape;347;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8" name="Google Shape;348;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49"/>
        <p:cNvGrpSpPr/>
        <p:nvPr/>
      </p:nvGrpSpPr>
      <p:grpSpPr>
        <a:xfrm>
          <a:off x="0" y="0"/>
          <a:ext cx="0" cy="0"/>
          <a:chOff x="0" y="0"/>
          <a:chExt cx="0" cy="0"/>
        </a:xfrm>
      </p:grpSpPr>
      <p:sp>
        <p:nvSpPr>
          <p:cNvPr id="350" name="Google Shape;350;p6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1" name="Google Shape;351;p6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52" name="Google Shape;352;p6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53" name="Google Shape;353;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4" name="Google Shape;354;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5" name="Google Shape;355;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6"/>
        <p:cNvGrpSpPr/>
        <p:nvPr/>
      </p:nvGrpSpPr>
      <p:grpSpPr>
        <a:xfrm>
          <a:off x="0" y="0"/>
          <a:ext cx="0" cy="0"/>
          <a:chOff x="0" y="0"/>
          <a:chExt cx="0" cy="0"/>
        </a:xfrm>
      </p:grpSpPr>
      <p:sp>
        <p:nvSpPr>
          <p:cNvPr id="357" name="Google Shape;357;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8" name="Google Shape;358;p66"/>
          <p:cNvSpPr>
            <a:spLocks noGrp="1"/>
          </p:cNvSpPr>
          <p:nvPr>
            <p:ph type="pic" idx="2"/>
          </p:nvPr>
        </p:nvSpPr>
        <p:spPr>
          <a:xfrm>
            <a:off x="1792288" y="612775"/>
            <a:ext cx="5486400" cy="4114800"/>
          </a:xfrm>
          <a:prstGeom prst="rect">
            <a:avLst/>
          </a:prstGeom>
          <a:noFill/>
          <a:ln>
            <a:noFill/>
          </a:ln>
        </p:spPr>
      </p:sp>
      <p:sp>
        <p:nvSpPr>
          <p:cNvPr id="359" name="Google Shape;359;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60" name="Google Shape;360;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1" name="Google Shape;361;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2" name="Google Shape;362;p6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63"/>
        <p:cNvGrpSpPr/>
        <p:nvPr/>
      </p:nvGrpSpPr>
      <p:grpSpPr>
        <a:xfrm>
          <a:off x="0" y="0"/>
          <a:ext cx="0" cy="0"/>
          <a:chOff x="0" y="0"/>
          <a:chExt cx="0" cy="0"/>
        </a:xfrm>
      </p:grpSpPr>
      <p:sp>
        <p:nvSpPr>
          <p:cNvPr id="364" name="Google Shape;364;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5" name="Google Shape;365;p6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6" name="Google Shape;366;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7" name="Google Shape;367;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p6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69"/>
        <p:cNvGrpSpPr/>
        <p:nvPr/>
      </p:nvGrpSpPr>
      <p:grpSpPr>
        <a:xfrm>
          <a:off x="0" y="0"/>
          <a:ext cx="0" cy="0"/>
          <a:chOff x="0" y="0"/>
          <a:chExt cx="0" cy="0"/>
        </a:xfrm>
      </p:grpSpPr>
      <p:sp>
        <p:nvSpPr>
          <p:cNvPr id="370" name="Google Shape;370;p6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71" name="Google Shape;371;p6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2" name="Google Shape;372;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6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375"/>
        <p:cNvGrpSpPr/>
        <p:nvPr/>
      </p:nvGrpSpPr>
      <p:grpSpPr>
        <a:xfrm>
          <a:off x="0" y="0"/>
          <a:ext cx="0" cy="0"/>
          <a:chOff x="0" y="0"/>
          <a:chExt cx="0" cy="0"/>
        </a:xfrm>
      </p:grpSpPr>
      <p:sp>
        <p:nvSpPr>
          <p:cNvPr id="376" name="Google Shape;376;p69"/>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77" name="Google Shape;377;p69"/>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78" name="Google Shape;378;p69"/>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79" name="Google Shape;379;p69"/>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380" name="Google Shape;380;p69"/>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381" name="Google Shape;381;p69"/>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382" name="Google Shape;382;p69"/>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383" name="Google Shape;383;p69"/>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384" name="Google Shape;384;p69"/>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385" name="Google Shape;385;p69"/>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386" name="Google Shape;386;p69"/>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87" name="Google Shape;387;p69"/>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88" name="Google Shape;388;p69"/>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89" name="Google Shape;389;p69"/>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90" name="Google Shape;390;p69"/>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91" name="Google Shape;391;p69"/>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392" name="Google Shape;392;p69"/>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393" name="Google Shape;393;p69"/>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4" name="Google Shape;394;p69"/>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5" name="Google Shape;395;p69"/>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6" name="Google Shape;396;p69"/>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397"/>
        <p:cNvGrpSpPr/>
        <p:nvPr/>
      </p:nvGrpSpPr>
      <p:grpSpPr>
        <a:xfrm>
          <a:off x="0" y="0"/>
          <a:ext cx="0" cy="0"/>
          <a:chOff x="0" y="0"/>
          <a:chExt cx="0" cy="0"/>
        </a:xfrm>
      </p:grpSpPr>
      <p:sp>
        <p:nvSpPr>
          <p:cNvPr id="398" name="Google Shape;398;p70"/>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9" name="Google Shape;399;p70"/>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0" name="Google Shape;400;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01" name="Google Shape;401;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2" name="Google Shape;402;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3"/>
        <p:cNvGrpSpPr/>
        <p:nvPr/>
      </p:nvGrpSpPr>
      <p:grpSpPr>
        <a:xfrm>
          <a:off x="0" y="0"/>
          <a:ext cx="0" cy="0"/>
          <a:chOff x="0" y="0"/>
          <a:chExt cx="0" cy="0"/>
        </a:xfrm>
      </p:grpSpPr>
      <p:sp>
        <p:nvSpPr>
          <p:cNvPr id="414" name="Google Shape;414;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15" name="Google Shape;415;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16" name="Google Shape;416;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7" name="Google Shape;417;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8" name="Google Shape;418;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19"/>
        <p:cNvGrpSpPr/>
        <p:nvPr/>
      </p:nvGrpSpPr>
      <p:grpSpPr>
        <a:xfrm>
          <a:off x="0" y="0"/>
          <a:ext cx="0" cy="0"/>
          <a:chOff x="0" y="0"/>
          <a:chExt cx="0" cy="0"/>
        </a:xfrm>
      </p:grpSpPr>
      <p:sp>
        <p:nvSpPr>
          <p:cNvPr id="420" name="Google Shape;420;p7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1" name="Google Shape;421;p7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22" name="Google Shape;422;p7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3" name="Google Shape;423;p7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4" name="Google Shape;424;p7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5"/>
        <p:cNvGrpSpPr/>
        <p:nvPr/>
      </p:nvGrpSpPr>
      <p:grpSpPr>
        <a:xfrm>
          <a:off x="0" y="0"/>
          <a:ext cx="0" cy="0"/>
          <a:chOff x="0" y="0"/>
          <a:chExt cx="0" cy="0"/>
        </a:xfrm>
      </p:grpSpPr>
      <p:sp>
        <p:nvSpPr>
          <p:cNvPr id="426" name="Google Shape;426;p7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7" name="Google Shape;427;p7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28" name="Google Shape;428;p7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9" name="Google Shape;429;p7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0" name="Google Shape;430;p7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1"/>
        <p:cNvGrpSpPr/>
        <p:nvPr/>
      </p:nvGrpSpPr>
      <p:grpSpPr>
        <a:xfrm>
          <a:off x="0" y="0"/>
          <a:ext cx="0" cy="0"/>
          <a:chOff x="0" y="0"/>
          <a:chExt cx="0" cy="0"/>
        </a:xfrm>
      </p:grpSpPr>
      <p:sp>
        <p:nvSpPr>
          <p:cNvPr id="432" name="Google Shape;432;p7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33" name="Google Shape;433;p7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4" name="Google Shape;434;p7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35" name="Google Shape;435;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6" name="Google Shape;436;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7" name="Google Shape;437;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8"/>
        <p:cNvGrpSpPr/>
        <p:nvPr/>
      </p:nvGrpSpPr>
      <p:grpSpPr>
        <a:xfrm>
          <a:off x="0" y="0"/>
          <a:ext cx="0" cy="0"/>
          <a:chOff x="0" y="0"/>
          <a:chExt cx="0" cy="0"/>
        </a:xfrm>
      </p:grpSpPr>
      <p:sp>
        <p:nvSpPr>
          <p:cNvPr id="439" name="Google Shape;439;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0" name="Google Shape;440;p7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1" name="Google Shape;441;p7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2" name="Google Shape;442;p7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3" name="Google Shape;443;p7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4" name="Google Shape;444;p7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5" name="Google Shape;445;p7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6" name="Google Shape;446;p7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7"/>
        <p:cNvGrpSpPr/>
        <p:nvPr/>
      </p:nvGrpSpPr>
      <p:grpSpPr>
        <a:xfrm>
          <a:off x="0" y="0"/>
          <a:ext cx="0" cy="0"/>
          <a:chOff x="0" y="0"/>
          <a:chExt cx="0" cy="0"/>
        </a:xfrm>
      </p:grpSpPr>
      <p:sp>
        <p:nvSpPr>
          <p:cNvPr id="448" name="Google Shape;448;p7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9" name="Google Shape;449;p7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0" name="Google Shape;450;p7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1" name="Google Shape;451;p7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2"/>
        <p:cNvGrpSpPr/>
        <p:nvPr/>
      </p:nvGrpSpPr>
      <p:grpSpPr>
        <a:xfrm>
          <a:off x="0" y="0"/>
          <a:ext cx="0" cy="0"/>
          <a:chOff x="0" y="0"/>
          <a:chExt cx="0" cy="0"/>
        </a:xfrm>
      </p:grpSpPr>
      <p:sp>
        <p:nvSpPr>
          <p:cNvPr id="453" name="Google Shape;453;p7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4" name="Google Shape;454;p7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5" name="Google Shape;455;p7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56"/>
        <p:cNvGrpSpPr/>
        <p:nvPr/>
      </p:nvGrpSpPr>
      <p:grpSpPr>
        <a:xfrm>
          <a:off x="0" y="0"/>
          <a:ext cx="0" cy="0"/>
          <a:chOff x="0" y="0"/>
          <a:chExt cx="0" cy="0"/>
        </a:xfrm>
      </p:grpSpPr>
      <p:sp>
        <p:nvSpPr>
          <p:cNvPr id="457" name="Google Shape;457;p7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58" name="Google Shape;458;p7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459" name="Google Shape;459;p7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60" name="Google Shape;460;p7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1" name="Google Shape;461;p7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2" name="Google Shape;462;p7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3"/>
        <p:cNvGrpSpPr/>
        <p:nvPr/>
      </p:nvGrpSpPr>
      <p:grpSpPr>
        <a:xfrm>
          <a:off x="0" y="0"/>
          <a:ext cx="0" cy="0"/>
          <a:chOff x="0" y="0"/>
          <a:chExt cx="0" cy="0"/>
        </a:xfrm>
      </p:grpSpPr>
      <p:sp>
        <p:nvSpPr>
          <p:cNvPr id="464" name="Google Shape;464;p7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5" name="Google Shape;465;p78"/>
          <p:cNvSpPr>
            <a:spLocks noGrp="1"/>
          </p:cNvSpPr>
          <p:nvPr>
            <p:ph type="pic" idx="2"/>
          </p:nvPr>
        </p:nvSpPr>
        <p:spPr>
          <a:xfrm>
            <a:off x="1792288" y="612775"/>
            <a:ext cx="5486400" cy="4114800"/>
          </a:xfrm>
          <a:prstGeom prst="rect">
            <a:avLst/>
          </a:prstGeom>
          <a:noFill/>
          <a:ln>
            <a:noFill/>
          </a:ln>
        </p:spPr>
      </p:sp>
      <p:sp>
        <p:nvSpPr>
          <p:cNvPr id="466" name="Google Shape;466;p7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67" name="Google Shape;467;p7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8" name="Google Shape;468;p7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7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70"/>
        <p:cNvGrpSpPr/>
        <p:nvPr/>
      </p:nvGrpSpPr>
      <p:grpSpPr>
        <a:xfrm>
          <a:off x="0" y="0"/>
          <a:ext cx="0" cy="0"/>
          <a:chOff x="0" y="0"/>
          <a:chExt cx="0" cy="0"/>
        </a:xfrm>
      </p:grpSpPr>
      <p:sp>
        <p:nvSpPr>
          <p:cNvPr id="471" name="Google Shape;471;p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2" name="Google Shape;472;p7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73" name="Google Shape;473;p7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7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7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76"/>
        <p:cNvGrpSpPr/>
        <p:nvPr/>
      </p:nvGrpSpPr>
      <p:grpSpPr>
        <a:xfrm>
          <a:off x="0" y="0"/>
          <a:ext cx="0" cy="0"/>
          <a:chOff x="0" y="0"/>
          <a:chExt cx="0" cy="0"/>
        </a:xfrm>
      </p:grpSpPr>
      <p:sp>
        <p:nvSpPr>
          <p:cNvPr id="477" name="Google Shape;477;p8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8" name="Google Shape;478;p8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79" name="Google Shape;479;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482"/>
        <p:cNvGrpSpPr/>
        <p:nvPr/>
      </p:nvGrpSpPr>
      <p:grpSpPr>
        <a:xfrm>
          <a:off x="0" y="0"/>
          <a:ext cx="0" cy="0"/>
          <a:chOff x="0" y="0"/>
          <a:chExt cx="0" cy="0"/>
        </a:xfrm>
      </p:grpSpPr>
      <p:sp>
        <p:nvSpPr>
          <p:cNvPr id="483" name="Google Shape;483;p81"/>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84" name="Google Shape;484;p81"/>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85" name="Google Shape;485;p81"/>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86" name="Google Shape;486;p81"/>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487" name="Google Shape;487;p81"/>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488" name="Google Shape;488;p81"/>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489" name="Google Shape;489;p81"/>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490" name="Google Shape;490;p81"/>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491" name="Google Shape;491;p81"/>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492" name="Google Shape;492;p81"/>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493" name="Google Shape;493;p81"/>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4" name="Google Shape;494;p81"/>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5" name="Google Shape;495;p81"/>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6" name="Google Shape;496;p81"/>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7" name="Google Shape;497;p81"/>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8" name="Google Shape;498;p81"/>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499" name="Google Shape;499;p81"/>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500" name="Google Shape;500;p81"/>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1" name="Google Shape;501;p81"/>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2" name="Google Shape;502;p81"/>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03" name="Google Shape;503;p81"/>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504"/>
        <p:cNvGrpSpPr/>
        <p:nvPr/>
      </p:nvGrpSpPr>
      <p:grpSpPr>
        <a:xfrm>
          <a:off x="0" y="0"/>
          <a:ext cx="0" cy="0"/>
          <a:chOff x="0" y="0"/>
          <a:chExt cx="0" cy="0"/>
        </a:xfrm>
      </p:grpSpPr>
      <p:sp>
        <p:nvSpPr>
          <p:cNvPr id="505" name="Google Shape;505;p82"/>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06" name="Google Shape;506;p82"/>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7" name="Google Shape;507;p8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508" name="Google Shape;508;p8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9" name="Google Shape;509;p8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0"/>
        <p:cNvGrpSpPr/>
        <p:nvPr/>
      </p:nvGrpSpPr>
      <p:grpSpPr>
        <a:xfrm>
          <a:off x="0" y="0"/>
          <a:ext cx="0" cy="0"/>
          <a:chOff x="0" y="0"/>
          <a:chExt cx="0" cy="0"/>
        </a:xfrm>
      </p:grpSpPr>
      <p:sp>
        <p:nvSpPr>
          <p:cNvPr id="521" name="Google Shape;521;p2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2" name="Google Shape;522;p2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523" name="Google Shape;523;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4" name="Google Shape;524;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5" name="Google Shape;525;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26"/>
        <p:cNvGrpSpPr/>
        <p:nvPr/>
      </p:nvGrpSpPr>
      <p:grpSpPr>
        <a:xfrm>
          <a:off x="0" y="0"/>
          <a:ext cx="0" cy="0"/>
          <a:chOff x="0" y="0"/>
          <a:chExt cx="0" cy="0"/>
        </a:xfrm>
      </p:grpSpPr>
      <p:sp>
        <p:nvSpPr>
          <p:cNvPr id="527" name="Google Shape;527;p9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8" name="Google Shape;528;p9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529" name="Google Shape;529;p9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0" name="Google Shape;530;p9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1" name="Google Shape;531;p9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2"/>
        <p:cNvGrpSpPr/>
        <p:nvPr/>
      </p:nvGrpSpPr>
      <p:grpSpPr>
        <a:xfrm>
          <a:off x="0" y="0"/>
          <a:ext cx="0" cy="0"/>
          <a:chOff x="0" y="0"/>
          <a:chExt cx="0" cy="0"/>
        </a:xfrm>
      </p:grpSpPr>
      <p:sp>
        <p:nvSpPr>
          <p:cNvPr id="533" name="Google Shape;533;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34" name="Google Shape;534;p9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35" name="Google Shape;535;p9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6" name="Google Shape;536;p9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7" name="Google Shape;537;p9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38"/>
        <p:cNvGrpSpPr/>
        <p:nvPr/>
      </p:nvGrpSpPr>
      <p:grpSpPr>
        <a:xfrm>
          <a:off x="0" y="0"/>
          <a:ext cx="0" cy="0"/>
          <a:chOff x="0" y="0"/>
          <a:chExt cx="0" cy="0"/>
        </a:xfrm>
      </p:grpSpPr>
      <p:sp>
        <p:nvSpPr>
          <p:cNvPr id="539" name="Google Shape;539;p9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0" name="Google Shape;540;p9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41" name="Google Shape;541;p9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42" name="Google Shape;542;p9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3" name="Google Shape;543;p9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4" name="Google Shape;544;p9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5"/>
        <p:cNvGrpSpPr/>
        <p:nvPr/>
      </p:nvGrpSpPr>
      <p:grpSpPr>
        <a:xfrm>
          <a:off x="0" y="0"/>
          <a:ext cx="0" cy="0"/>
          <a:chOff x="0" y="0"/>
          <a:chExt cx="0" cy="0"/>
        </a:xfrm>
      </p:grpSpPr>
      <p:sp>
        <p:nvSpPr>
          <p:cNvPr id="546" name="Google Shape;546;p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7" name="Google Shape;547;p9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8" name="Google Shape;548;p9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49" name="Google Shape;549;p9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50" name="Google Shape;550;p9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1" name="Google Shape;551;p9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2" name="Google Shape;552;p9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3" name="Google Shape;553;p9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4"/>
        <p:cNvGrpSpPr/>
        <p:nvPr/>
      </p:nvGrpSpPr>
      <p:grpSpPr>
        <a:xfrm>
          <a:off x="0" y="0"/>
          <a:ext cx="0" cy="0"/>
          <a:chOff x="0" y="0"/>
          <a:chExt cx="0" cy="0"/>
        </a:xfrm>
      </p:grpSpPr>
      <p:sp>
        <p:nvSpPr>
          <p:cNvPr id="555" name="Google Shape;555;p9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6" name="Google Shape;556;p9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7" name="Google Shape;557;p9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8" name="Google Shape;558;p9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9"/>
        <p:cNvGrpSpPr/>
        <p:nvPr/>
      </p:nvGrpSpPr>
      <p:grpSpPr>
        <a:xfrm>
          <a:off x="0" y="0"/>
          <a:ext cx="0" cy="0"/>
          <a:chOff x="0" y="0"/>
          <a:chExt cx="0" cy="0"/>
        </a:xfrm>
      </p:grpSpPr>
      <p:sp>
        <p:nvSpPr>
          <p:cNvPr id="560" name="Google Shape;560;p10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1" name="Google Shape;561;p10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2" name="Google Shape;562;p10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3"/>
        <p:cNvGrpSpPr/>
        <p:nvPr/>
      </p:nvGrpSpPr>
      <p:grpSpPr>
        <a:xfrm>
          <a:off x="0" y="0"/>
          <a:ext cx="0" cy="0"/>
          <a:chOff x="0" y="0"/>
          <a:chExt cx="0" cy="0"/>
        </a:xfrm>
      </p:grpSpPr>
      <p:sp>
        <p:nvSpPr>
          <p:cNvPr id="564" name="Google Shape;564;p10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65" name="Google Shape;565;p10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66" name="Google Shape;566;p10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67" name="Google Shape;567;p10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8" name="Google Shape;568;p10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9" name="Google Shape;569;p10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70"/>
        <p:cNvGrpSpPr/>
        <p:nvPr/>
      </p:nvGrpSpPr>
      <p:grpSpPr>
        <a:xfrm>
          <a:off x="0" y="0"/>
          <a:ext cx="0" cy="0"/>
          <a:chOff x="0" y="0"/>
          <a:chExt cx="0" cy="0"/>
        </a:xfrm>
      </p:grpSpPr>
      <p:sp>
        <p:nvSpPr>
          <p:cNvPr id="571" name="Google Shape;571;p10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2" name="Google Shape;572;p102"/>
          <p:cNvSpPr>
            <a:spLocks noGrp="1"/>
          </p:cNvSpPr>
          <p:nvPr>
            <p:ph type="pic" idx="2"/>
          </p:nvPr>
        </p:nvSpPr>
        <p:spPr>
          <a:xfrm>
            <a:off x="1792288" y="612775"/>
            <a:ext cx="5486400" cy="4114800"/>
          </a:xfrm>
          <a:prstGeom prst="rect">
            <a:avLst/>
          </a:prstGeom>
          <a:noFill/>
          <a:ln>
            <a:noFill/>
          </a:ln>
        </p:spPr>
      </p:sp>
      <p:sp>
        <p:nvSpPr>
          <p:cNvPr id="573" name="Google Shape;573;p10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74" name="Google Shape;574;p10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5" name="Google Shape;575;p10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6" name="Google Shape;576;p10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77"/>
        <p:cNvGrpSpPr/>
        <p:nvPr/>
      </p:nvGrpSpPr>
      <p:grpSpPr>
        <a:xfrm>
          <a:off x="0" y="0"/>
          <a:ext cx="0" cy="0"/>
          <a:chOff x="0" y="0"/>
          <a:chExt cx="0" cy="0"/>
        </a:xfrm>
      </p:grpSpPr>
      <p:sp>
        <p:nvSpPr>
          <p:cNvPr id="578" name="Google Shape;578;p10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79" name="Google Shape;579;p10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0" name="Google Shape;580;p10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1" name="Google Shape;581;p10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2" name="Google Shape;582;p10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83"/>
        <p:cNvGrpSpPr/>
        <p:nvPr/>
      </p:nvGrpSpPr>
      <p:grpSpPr>
        <a:xfrm>
          <a:off x="0" y="0"/>
          <a:ext cx="0" cy="0"/>
          <a:chOff x="0" y="0"/>
          <a:chExt cx="0" cy="0"/>
        </a:xfrm>
      </p:grpSpPr>
      <p:sp>
        <p:nvSpPr>
          <p:cNvPr id="584" name="Google Shape;584;p10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85" name="Google Shape;585;p10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6" name="Google Shape;586;p10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7" name="Google Shape;587;p10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8" name="Google Shape;588;p10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589"/>
        <p:cNvGrpSpPr/>
        <p:nvPr/>
      </p:nvGrpSpPr>
      <p:grpSpPr>
        <a:xfrm>
          <a:off x="0" y="0"/>
          <a:ext cx="0" cy="0"/>
          <a:chOff x="0" y="0"/>
          <a:chExt cx="0" cy="0"/>
        </a:xfrm>
      </p:grpSpPr>
      <p:sp>
        <p:nvSpPr>
          <p:cNvPr id="590" name="Google Shape;590;p105"/>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591" name="Google Shape;591;p105"/>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592" name="Google Shape;592;p105"/>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593" name="Google Shape;593;p105"/>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594" name="Google Shape;594;p105"/>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595" name="Google Shape;595;p105"/>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596" name="Google Shape;596;p105"/>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597" name="Google Shape;597;p105"/>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598" name="Google Shape;598;p105"/>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599" name="Google Shape;599;p105"/>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600" name="Google Shape;600;p105"/>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1" name="Google Shape;601;p105"/>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2" name="Google Shape;602;p105"/>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3" name="Google Shape;603;p105"/>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4" name="Google Shape;604;p105"/>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5" name="Google Shape;605;p105"/>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606" name="Google Shape;606;p105"/>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607" name="Google Shape;607;p105"/>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8" name="Google Shape;608;p105"/>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9" name="Google Shape;609;p105"/>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10" name="Google Shape;610;p105"/>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611"/>
        <p:cNvGrpSpPr/>
        <p:nvPr/>
      </p:nvGrpSpPr>
      <p:grpSpPr>
        <a:xfrm>
          <a:off x="0" y="0"/>
          <a:ext cx="0" cy="0"/>
          <a:chOff x="0" y="0"/>
          <a:chExt cx="0" cy="0"/>
        </a:xfrm>
      </p:grpSpPr>
      <p:sp>
        <p:nvSpPr>
          <p:cNvPr id="612" name="Google Shape;612;p106"/>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3" name="Google Shape;613;p106"/>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14" name="Google Shape;614;p10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15" name="Google Shape;615;p10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6" name="Google Shape;616;p10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7"/>
        <p:cNvGrpSpPr/>
        <p:nvPr/>
      </p:nvGrpSpPr>
      <p:grpSpPr>
        <a:xfrm>
          <a:off x="0" y="0"/>
          <a:ext cx="0" cy="0"/>
          <a:chOff x="0" y="0"/>
          <a:chExt cx="0" cy="0"/>
        </a:xfrm>
      </p:grpSpPr>
      <p:sp>
        <p:nvSpPr>
          <p:cNvPr id="628" name="Google Shape;628;p3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9" name="Google Shape;629;p3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630" name="Google Shape;630;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1" name="Google Shape;631;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2" name="Google Shape;63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633"/>
        <p:cNvGrpSpPr/>
        <p:nvPr/>
      </p:nvGrpSpPr>
      <p:grpSpPr>
        <a:xfrm>
          <a:off x="0" y="0"/>
          <a:ext cx="0" cy="0"/>
          <a:chOff x="0" y="0"/>
          <a:chExt cx="0" cy="0"/>
        </a:xfrm>
      </p:grpSpPr>
      <p:sp>
        <p:nvSpPr>
          <p:cNvPr id="634" name="Google Shape;634;p32"/>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35" name="Google Shape;635;p32"/>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6" name="Google Shape;636;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637" name="Google Shape;637;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8" name="Google Shape;638;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39"/>
        <p:cNvGrpSpPr/>
        <p:nvPr/>
      </p:nvGrpSpPr>
      <p:grpSpPr>
        <a:xfrm>
          <a:off x="0" y="0"/>
          <a:ext cx="0" cy="0"/>
          <a:chOff x="0" y="0"/>
          <a:chExt cx="0" cy="0"/>
        </a:xfrm>
      </p:grpSpPr>
      <p:sp>
        <p:nvSpPr>
          <p:cNvPr id="640" name="Google Shape;640;p10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1" name="Google Shape;641;p10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642" name="Google Shape;642;p10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3" name="Google Shape;643;p10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4" name="Google Shape;644;p10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5"/>
        <p:cNvGrpSpPr/>
        <p:nvPr/>
      </p:nvGrpSpPr>
      <p:grpSpPr>
        <a:xfrm>
          <a:off x="0" y="0"/>
          <a:ext cx="0" cy="0"/>
          <a:chOff x="0" y="0"/>
          <a:chExt cx="0" cy="0"/>
        </a:xfrm>
      </p:grpSpPr>
      <p:sp>
        <p:nvSpPr>
          <p:cNvPr id="646" name="Google Shape;646;p10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7" name="Google Shape;647;p10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8" name="Google Shape;648;p10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9" name="Google Shape;649;p10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0" name="Google Shape;650;p10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51"/>
        <p:cNvGrpSpPr/>
        <p:nvPr/>
      </p:nvGrpSpPr>
      <p:grpSpPr>
        <a:xfrm>
          <a:off x="0" y="0"/>
          <a:ext cx="0" cy="0"/>
          <a:chOff x="0" y="0"/>
          <a:chExt cx="0" cy="0"/>
        </a:xfrm>
      </p:grpSpPr>
      <p:sp>
        <p:nvSpPr>
          <p:cNvPr id="652" name="Google Shape;652;p10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53" name="Google Shape;653;p10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54" name="Google Shape;654;p10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655" name="Google Shape;655;p10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6" name="Google Shape;656;p10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7" name="Google Shape;657;p10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58"/>
        <p:cNvGrpSpPr/>
        <p:nvPr/>
      </p:nvGrpSpPr>
      <p:grpSpPr>
        <a:xfrm>
          <a:off x="0" y="0"/>
          <a:ext cx="0" cy="0"/>
          <a:chOff x="0" y="0"/>
          <a:chExt cx="0" cy="0"/>
        </a:xfrm>
      </p:grpSpPr>
      <p:sp>
        <p:nvSpPr>
          <p:cNvPr id="659" name="Google Shape;659;p1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60" name="Google Shape;660;p11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61" name="Google Shape;661;p11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62" name="Google Shape;662;p11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63" name="Google Shape;663;p11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64" name="Google Shape;664;p1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5" name="Google Shape;665;p1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6" name="Google Shape;666;p1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7"/>
        <p:cNvGrpSpPr/>
        <p:nvPr/>
      </p:nvGrpSpPr>
      <p:grpSpPr>
        <a:xfrm>
          <a:off x="0" y="0"/>
          <a:ext cx="0" cy="0"/>
          <a:chOff x="0" y="0"/>
          <a:chExt cx="0" cy="0"/>
        </a:xfrm>
      </p:grpSpPr>
      <p:sp>
        <p:nvSpPr>
          <p:cNvPr id="668" name="Google Shape;668;p1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69" name="Google Shape;669;p1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0" name="Google Shape;670;p1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1" name="Google Shape;671;p1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2"/>
        <p:cNvGrpSpPr/>
        <p:nvPr/>
      </p:nvGrpSpPr>
      <p:grpSpPr>
        <a:xfrm>
          <a:off x="0" y="0"/>
          <a:ext cx="0" cy="0"/>
          <a:chOff x="0" y="0"/>
          <a:chExt cx="0" cy="0"/>
        </a:xfrm>
      </p:grpSpPr>
      <p:sp>
        <p:nvSpPr>
          <p:cNvPr id="673" name="Google Shape;673;p1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4" name="Google Shape;674;p1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5" name="Google Shape;675;p1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6"/>
        <p:cNvGrpSpPr/>
        <p:nvPr/>
      </p:nvGrpSpPr>
      <p:grpSpPr>
        <a:xfrm>
          <a:off x="0" y="0"/>
          <a:ext cx="0" cy="0"/>
          <a:chOff x="0" y="0"/>
          <a:chExt cx="0" cy="0"/>
        </a:xfrm>
      </p:grpSpPr>
      <p:sp>
        <p:nvSpPr>
          <p:cNvPr id="677" name="Google Shape;677;p11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8" name="Google Shape;678;p11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79" name="Google Shape;679;p11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80" name="Google Shape;680;p1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1" name="Google Shape;681;p1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2" name="Google Shape;682;p1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3"/>
        <p:cNvGrpSpPr/>
        <p:nvPr/>
      </p:nvGrpSpPr>
      <p:grpSpPr>
        <a:xfrm>
          <a:off x="0" y="0"/>
          <a:ext cx="0" cy="0"/>
          <a:chOff x="0" y="0"/>
          <a:chExt cx="0" cy="0"/>
        </a:xfrm>
      </p:grpSpPr>
      <p:sp>
        <p:nvSpPr>
          <p:cNvPr id="684" name="Google Shape;684;p11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5" name="Google Shape;685;p114"/>
          <p:cNvSpPr>
            <a:spLocks noGrp="1"/>
          </p:cNvSpPr>
          <p:nvPr>
            <p:ph type="pic" idx="2"/>
          </p:nvPr>
        </p:nvSpPr>
        <p:spPr>
          <a:xfrm>
            <a:off x="1792288" y="612775"/>
            <a:ext cx="5486400" cy="4114800"/>
          </a:xfrm>
          <a:prstGeom prst="rect">
            <a:avLst/>
          </a:prstGeom>
          <a:noFill/>
          <a:ln>
            <a:noFill/>
          </a:ln>
        </p:spPr>
      </p:sp>
      <p:sp>
        <p:nvSpPr>
          <p:cNvPr id="686" name="Google Shape;686;p11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87" name="Google Shape;687;p1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8" name="Google Shape;688;p1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9" name="Google Shape;689;p1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0"/>
        <p:cNvGrpSpPr/>
        <p:nvPr/>
      </p:nvGrpSpPr>
      <p:grpSpPr>
        <a:xfrm>
          <a:off x="0" y="0"/>
          <a:ext cx="0" cy="0"/>
          <a:chOff x="0" y="0"/>
          <a:chExt cx="0" cy="0"/>
        </a:xfrm>
      </p:grpSpPr>
      <p:sp>
        <p:nvSpPr>
          <p:cNvPr id="691" name="Google Shape;691;p1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2" name="Google Shape;692;p11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3" name="Google Shape;693;p1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4" name="Google Shape;694;p1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5" name="Google Shape;695;p1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6"/>
        <p:cNvGrpSpPr/>
        <p:nvPr/>
      </p:nvGrpSpPr>
      <p:grpSpPr>
        <a:xfrm>
          <a:off x="0" y="0"/>
          <a:ext cx="0" cy="0"/>
          <a:chOff x="0" y="0"/>
          <a:chExt cx="0" cy="0"/>
        </a:xfrm>
      </p:grpSpPr>
      <p:sp>
        <p:nvSpPr>
          <p:cNvPr id="697" name="Google Shape;697;p11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8" name="Google Shape;698;p11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9" name="Google Shape;699;p1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0" name="Google Shape;700;p1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1" name="Google Shape;701;p1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702"/>
        <p:cNvGrpSpPr/>
        <p:nvPr/>
      </p:nvGrpSpPr>
      <p:grpSpPr>
        <a:xfrm>
          <a:off x="0" y="0"/>
          <a:ext cx="0" cy="0"/>
          <a:chOff x="0" y="0"/>
          <a:chExt cx="0" cy="0"/>
        </a:xfrm>
      </p:grpSpPr>
      <p:sp>
        <p:nvSpPr>
          <p:cNvPr id="703" name="Google Shape;703;p117"/>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04" name="Google Shape;704;p117"/>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05" name="Google Shape;705;p117"/>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06" name="Google Shape;706;p117"/>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707" name="Google Shape;707;p117"/>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708" name="Google Shape;708;p117"/>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709" name="Google Shape;709;p117"/>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710" name="Google Shape;710;p117"/>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711" name="Google Shape;711;p117"/>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712" name="Google Shape;712;p117"/>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713" name="Google Shape;713;p117"/>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4" name="Google Shape;714;p117"/>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5" name="Google Shape;715;p117"/>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6" name="Google Shape;716;p117"/>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7" name="Google Shape;717;p117"/>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8" name="Google Shape;718;p117"/>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719" name="Google Shape;719;p117"/>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720" name="Google Shape;720;p117"/>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21" name="Google Shape;721;p117"/>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2" name="Google Shape;722;p117"/>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23" name="Google Shape;723;p117"/>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34"/>
        <p:cNvGrpSpPr/>
        <p:nvPr/>
      </p:nvGrpSpPr>
      <p:grpSpPr>
        <a:xfrm>
          <a:off x="0" y="0"/>
          <a:ext cx="0" cy="0"/>
          <a:chOff x="0" y="0"/>
          <a:chExt cx="0" cy="0"/>
        </a:xfrm>
      </p:grpSpPr>
      <p:sp>
        <p:nvSpPr>
          <p:cNvPr id="735" name="Google Shape;735;p3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36" name="Google Shape;736;p3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737" name="Google Shape;737;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8" name="Google Shape;738;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9" name="Google Shape;73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0"/>
        <p:cNvGrpSpPr/>
        <p:nvPr/>
      </p:nvGrpSpPr>
      <p:grpSpPr>
        <a:xfrm>
          <a:off x="0" y="0"/>
          <a:ext cx="0" cy="0"/>
          <a:chOff x="0" y="0"/>
          <a:chExt cx="0" cy="0"/>
        </a:xfrm>
      </p:grpSpPr>
      <p:sp>
        <p:nvSpPr>
          <p:cNvPr id="741" name="Google Shape;741;p1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2" name="Google Shape;742;p1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743" name="Google Shape;743;p1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4" name="Google Shape;744;p1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5" name="Google Shape;745;p1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46"/>
        <p:cNvGrpSpPr/>
        <p:nvPr/>
      </p:nvGrpSpPr>
      <p:grpSpPr>
        <a:xfrm>
          <a:off x="0" y="0"/>
          <a:ext cx="0" cy="0"/>
          <a:chOff x="0" y="0"/>
          <a:chExt cx="0" cy="0"/>
        </a:xfrm>
      </p:grpSpPr>
      <p:sp>
        <p:nvSpPr>
          <p:cNvPr id="747" name="Google Shape;747;p1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8" name="Google Shape;748;p1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9" name="Google Shape;749;p1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0" name="Google Shape;750;p1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1" name="Google Shape;751;p1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52"/>
        <p:cNvGrpSpPr/>
        <p:nvPr/>
      </p:nvGrpSpPr>
      <p:grpSpPr>
        <a:xfrm>
          <a:off x="0" y="0"/>
          <a:ext cx="0" cy="0"/>
          <a:chOff x="0" y="0"/>
          <a:chExt cx="0" cy="0"/>
        </a:xfrm>
      </p:grpSpPr>
      <p:sp>
        <p:nvSpPr>
          <p:cNvPr id="753" name="Google Shape;753;p1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54" name="Google Shape;754;p1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55" name="Google Shape;755;p1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56" name="Google Shape;756;p1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7" name="Google Shape;757;p1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8" name="Google Shape;758;p1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59"/>
        <p:cNvGrpSpPr/>
        <p:nvPr/>
      </p:nvGrpSpPr>
      <p:grpSpPr>
        <a:xfrm>
          <a:off x="0" y="0"/>
          <a:ext cx="0" cy="0"/>
          <a:chOff x="0" y="0"/>
          <a:chExt cx="0" cy="0"/>
        </a:xfrm>
      </p:grpSpPr>
      <p:sp>
        <p:nvSpPr>
          <p:cNvPr id="760" name="Google Shape;760;p1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61" name="Google Shape;761;p1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762" name="Google Shape;762;p1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763" name="Google Shape;763;p1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764" name="Google Shape;764;p1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765" name="Google Shape;765;p1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6" name="Google Shape;766;p1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7" name="Google Shape;767;p1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8"/>
        <p:cNvGrpSpPr/>
        <p:nvPr/>
      </p:nvGrpSpPr>
      <p:grpSpPr>
        <a:xfrm>
          <a:off x="0" y="0"/>
          <a:ext cx="0" cy="0"/>
          <a:chOff x="0" y="0"/>
          <a:chExt cx="0" cy="0"/>
        </a:xfrm>
      </p:grpSpPr>
      <p:sp>
        <p:nvSpPr>
          <p:cNvPr id="769" name="Google Shape;769;p1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70" name="Google Shape;770;p1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1" name="Google Shape;771;p1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2" name="Google Shape;772;p1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73"/>
        <p:cNvGrpSpPr/>
        <p:nvPr/>
      </p:nvGrpSpPr>
      <p:grpSpPr>
        <a:xfrm>
          <a:off x="0" y="0"/>
          <a:ext cx="0" cy="0"/>
          <a:chOff x="0" y="0"/>
          <a:chExt cx="0" cy="0"/>
        </a:xfrm>
      </p:grpSpPr>
      <p:sp>
        <p:nvSpPr>
          <p:cNvPr id="774" name="Google Shape;774;p1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5" name="Google Shape;775;p1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6" name="Google Shape;776;p1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77"/>
        <p:cNvGrpSpPr/>
        <p:nvPr/>
      </p:nvGrpSpPr>
      <p:grpSpPr>
        <a:xfrm>
          <a:off x="0" y="0"/>
          <a:ext cx="0" cy="0"/>
          <a:chOff x="0" y="0"/>
          <a:chExt cx="0" cy="0"/>
        </a:xfrm>
      </p:grpSpPr>
      <p:sp>
        <p:nvSpPr>
          <p:cNvPr id="778" name="Google Shape;778;p1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79" name="Google Shape;779;p1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780" name="Google Shape;780;p1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81" name="Google Shape;781;p1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2" name="Google Shape;782;p1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3" name="Google Shape;783;p1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4"/>
        <p:cNvGrpSpPr/>
        <p:nvPr/>
      </p:nvGrpSpPr>
      <p:grpSpPr>
        <a:xfrm>
          <a:off x="0" y="0"/>
          <a:ext cx="0" cy="0"/>
          <a:chOff x="0" y="0"/>
          <a:chExt cx="0" cy="0"/>
        </a:xfrm>
      </p:grpSpPr>
      <p:sp>
        <p:nvSpPr>
          <p:cNvPr id="785" name="Google Shape;785;p1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86" name="Google Shape;786;p125"/>
          <p:cNvSpPr>
            <a:spLocks noGrp="1"/>
          </p:cNvSpPr>
          <p:nvPr>
            <p:ph type="pic" idx="2"/>
          </p:nvPr>
        </p:nvSpPr>
        <p:spPr>
          <a:xfrm>
            <a:off x="1792288" y="612775"/>
            <a:ext cx="5486400" cy="4114800"/>
          </a:xfrm>
          <a:prstGeom prst="rect">
            <a:avLst/>
          </a:prstGeom>
          <a:noFill/>
          <a:ln>
            <a:noFill/>
          </a:ln>
        </p:spPr>
      </p:sp>
      <p:sp>
        <p:nvSpPr>
          <p:cNvPr id="787" name="Google Shape;787;p1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88" name="Google Shape;788;p1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9" name="Google Shape;789;p1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0" name="Google Shape;790;p1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1"/>
        <p:cNvGrpSpPr/>
        <p:nvPr/>
      </p:nvGrpSpPr>
      <p:grpSpPr>
        <a:xfrm>
          <a:off x="0" y="0"/>
          <a:ext cx="0" cy="0"/>
          <a:chOff x="0" y="0"/>
          <a:chExt cx="0" cy="0"/>
        </a:xfrm>
      </p:grpSpPr>
      <p:sp>
        <p:nvSpPr>
          <p:cNvPr id="792" name="Google Shape;792;p1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93" name="Google Shape;793;p1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4" name="Google Shape;794;p1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5" name="Google Shape;795;p1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6" name="Google Shape;796;p1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7"/>
        <p:cNvGrpSpPr/>
        <p:nvPr/>
      </p:nvGrpSpPr>
      <p:grpSpPr>
        <a:xfrm>
          <a:off x="0" y="0"/>
          <a:ext cx="0" cy="0"/>
          <a:chOff x="0" y="0"/>
          <a:chExt cx="0" cy="0"/>
        </a:xfrm>
      </p:grpSpPr>
      <p:sp>
        <p:nvSpPr>
          <p:cNvPr id="798" name="Google Shape;798;p12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99" name="Google Shape;799;p12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0" name="Google Shape;800;p1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1" name="Google Shape;801;p1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2" name="Google Shape;802;p1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803"/>
        <p:cNvGrpSpPr/>
        <p:nvPr/>
      </p:nvGrpSpPr>
      <p:grpSpPr>
        <a:xfrm>
          <a:off x="0" y="0"/>
          <a:ext cx="0" cy="0"/>
          <a:chOff x="0" y="0"/>
          <a:chExt cx="0" cy="0"/>
        </a:xfrm>
      </p:grpSpPr>
      <p:sp>
        <p:nvSpPr>
          <p:cNvPr id="804" name="Google Shape;804;p128"/>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05" name="Google Shape;805;p128"/>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06" name="Google Shape;806;p128"/>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07" name="Google Shape;807;p128"/>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808" name="Google Shape;808;p128"/>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809" name="Google Shape;809;p128"/>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810" name="Google Shape;810;p128"/>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811" name="Google Shape;811;p128"/>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812" name="Google Shape;812;p128"/>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813" name="Google Shape;813;p128"/>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814" name="Google Shape;814;p128"/>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5" name="Google Shape;815;p128"/>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6" name="Google Shape;816;p128"/>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7" name="Google Shape;817;p128"/>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8" name="Google Shape;818;p128"/>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19" name="Google Shape;819;p128"/>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820" name="Google Shape;820;p128"/>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821" name="Google Shape;821;p128"/>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22" name="Google Shape;822;p128"/>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3" name="Google Shape;823;p128"/>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24" name="Google Shape;824;p128"/>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825"/>
        <p:cNvGrpSpPr/>
        <p:nvPr/>
      </p:nvGrpSpPr>
      <p:grpSpPr>
        <a:xfrm>
          <a:off x="0" y="0"/>
          <a:ext cx="0" cy="0"/>
          <a:chOff x="0" y="0"/>
          <a:chExt cx="0" cy="0"/>
        </a:xfrm>
      </p:grpSpPr>
      <p:sp>
        <p:nvSpPr>
          <p:cNvPr id="826" name="Google Shape;826;p129"/>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27" name="Google Shape;827;p129"/>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8" name="Google Shape;828;p1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29" name="Google Shape;829;p1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0" name="Google Shape;830;p1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41"/>
        <p:cNvGrpSpPr/>
        <p:nvPr/>
      </p:nvGrpSpPr>
      <p:grpSpPr>
        <a:xfrm>
          <a:off x="0" y="0"/>
          <a:ext cx="0" cy="0"/>
          <a:chOff x="0" y="0"/>
          <a:chExt cx="0" cy="0"/>
        </a:xfrm>
      </p:grpSpPr>
      <p:sp>
        <p:nvSpPr>
          <p:cNvPr id="842" name="Google Shape;842;p3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3" name="Google Shape;843;p3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844" name="Google Shape;844;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5" name="Google Shape;845;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6" name="Google Shape;846;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47"/>
        <p:cNvGrpSpPr/>
        <p:nvPr/>
      </p:nvGrpSpPr>
      <p:grpSpPr>
        <a:xfrm>
          <a:off x="0" y="0"/>
          <a:ext cx="0" cy="0"/>
          <a:chOff x="0" y="0"/>
          <a:chExt cx="0" cy="0"/>
        </a:xfrm>
      </p:grpSpPr>
      <p:sp>
        <p:nvSpPr>
          <p:cNvPr id="848" name="Google Shape;848;p1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49" name="Google Shape;849;p1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850" name="Google Shape;850;p1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1" name="Google Shape;851;p1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2" name="Google Shape;852;p1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53"/>
        <p:cNvGrpSpPr/>
        <p:nvPr/>
      </p:nvGrpSpPr>
      <p:grpSpPr>
        <a:xfrm>
          <a:off x="0" y="0"/>
          <a:ext cx="0" cy="0"/>
          <a:chOff x="0" y="0"/>
          <a:chExt cx="0" cy="0"/>
        </a:xfrm>
      </p:grpSpPr>
      <p:sp>
        <p:nvSpPr>
          <p:cNvPr id="854" name="Google Shape;854;p1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55" name="Google Shape;855;p1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6" name="Google Shape;856;p1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7" name="Google Shape;857;p1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8" name="Google Shape;858;p1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9"/>
        <p:cNvGrpSpPr/>
        <p:nvPr/>
      </p:nvGrpSpPr>
      <p:grpSpPr>
        <a:xfrm>
          <a:off x="0" y="0"/>
          <a:ext cx="0" cy="0"/>
          <a:chOff x="0" y="0"/>
          <a:chExt cx="0" cy="0"/>
        </a:xfrm>
      </p:grpSpPr>
      <p:sp>
        <p:nvSpPr>
          <p:cNvPr id="860" name="Google Shape;860;p1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61" name="Google Shape;861;p13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62" name="Google Shape;862;p13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863" name="Google Shape;863;p1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4" name="Google Shape;864;p1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5" name="Google Shape;865;p1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66"/>
        <p:cNvGrpSpPr/>
        <p:nvPr/>
      </p:nvGrpSpPr>
      <p:grpSpPr>
        <a:xfrm>
          <a:off x="0" y="0"/>
          <a:ext cx="0" cy="0"/>
          <a:chOff x="0" y="0"/>
          <a:chExt cx="0" cy="0"/>
        </a:xfrm>
      </p:grpSpPr>
      <p:sp>
        <p:nvSpPr>
          <p:cNvPr id="867" name="Google Shape;867;p1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68" name="Google Shape;868;p13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69" name="Google Shape;869;p13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70" name="Google Shape;870;p13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71" name="Google Shape;871;p13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72" name="Google Shape;872;p1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3" name="Google Shape;873;p1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4" name="Google Shape;874;p1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5"/>
        <p:cNvGrpSpPr/>
        <p:nvPr/>
      </p:nvGrpSpPr>
      <p:grpSpPr>
        <a:xfrm>
          <a:off x="0" y="0"/>
          <a:ext cx="0" cy="0"/>
          <a:chOff x="0" y="0"/>
          <a:chExt cx="0" cy="0"/>
        </a:xfrm>
      </p:grpSpPr>
      <p:sp>
        <p:nvSpPr>
          <p:cNvPr id="876" name="Google Shape;876;p1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77" name="Google Shape;877;p1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8" name="Google Shape;878;p1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9" name="Google Shape;879;p1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0"/>
        <p:cNvGrpSpPr/>
        <p:nvPr/>
      </p:nvGrpSpPr>
      <p:grpSpPr>
        <a:xfrm>
          <a:off x="0" y="0"/>
          <a:ext cx="0" cy="0"/>
          <a:chOff x="0" y="0"/>
          <a:chExt cx="0" cy="0"/>
        </a:xfrm>
      </p:grpSpPr>
      <p:sp>
        <p:nvSpPr>
          <p:cNvPr id="881" name="Google Shape;881;p1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2" name="Google Shape;882;p1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3" name="Google Shape;883;p1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4"/>
        <p:cNvGrpSpPr/>
        <p:nvPr/>
      </p:nvGrpSpPr>
      <p:grpSpPr>
        <a:xfrm>
          <a:off x="0" y="0"/>
          <a:ext cx="0" cy="0"/>
          <a:chOff x="0" y="0"/>
          <a:chExt cx="0" cy="0"/>
        </a:xfrm>
      </p:grpSpPr>
      <p:sp>
        <p:nvSpPr>
          <p:cNvPr id="885" name="Google Shape;885;p13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86" name="Google Shape;886;p13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87" name="Google Shape;887;p13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88" name="Google Shape;888;p1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9" name="Google Shape;889;p1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0" name="Google Shape;890;p1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91"/>
        <p:cNvGrpSpPr/>
        <p:nvPr/>
      </p:nvGrpSpPr>
      <p:grpSpPr>
        <a:xfrm>
          <a:off x="0" y="0"/>
          <a:ext cx="0" cy="0"/>
          <a:chOff x="0" y="0"/>
          <a:chExt cx="0" cy="0"/>
        </a:xfrm>
      </p:grpSpPr>
      <p:sp>
        <p:nvSpPr>
          <p:cNvPr id="892" name="Google Shape;892;p13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93" name="Google Shape;893;p137"/>
          <p:cNvSpPr>
            <a:spLocks noGrp="1"/>
          </p:cNvSpPr>
          <p:nvPr>
            <p:ph type="pic" idx="2"/>
          </p:nvPr>
        </p:nvSpPr>
        <p:spPr>
          <a:xfrm>
            <a:off x="1792288" y="612775"/>
            <a:ext cx="5486400" cy="4114800"/>
          </a:xfrm>
          <a:prstGeom prst="rect">
            <a:avLst/>
          </a:prstGeom>
          <a:noFill/>
          <a:ln>
            <a:noFill/>
          </a:ln>
        </p:spPr>
      </p:sp>
      <p:sp>
        <p:nvSpPr>
          <p:cNvPr id="894" name="Google Shape;894;p13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95" name="Google Shape;895;p1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6" name="Google Shape;896;p1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7" name="Google Shape;897;p1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8"/>
        <p:cNvGrpSpPr/>
        <p:nvPr/>
      </p:nvGrpSpPr>
      <p:grpSpPr>
        <a:xfrm>
          <a:off x="0" y="0"/>
          <a:ext cx="0" cy="0"/>
          <a:chOff x="0" y="0"/>
          <a:chExt cx="0" cy="0"/>
        </a:xfrm>
      </p:grpSpPr>
      <p:sp>
        <p:nvSpPr>
          <p:cNvPr id="899" name="Google Shape;899;p1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00" name="Google Shape;900;p13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01" name="Google Shape;901;p1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2" name="Google Shape;902;p1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3" name="Google Shape;903;p1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4"/>
        <p:cNvGrpSpPr/>
        <p:nvPr/>
      </p:nvGrpSpPr>
      <p:grpSpPr>
        <a:xfrm>
          <a:off x="0" y="0"/>
          <a:ext cx="0" cy="0"/>
          <a:chOff x="0" y="0"/>
          <a:chExt cx="0" cy="0"/>
        </a:xfrm>
      </p:grpSpPr>
      <p:sp>
        <p:nvSpPr>
          <p:cNvPr id="905" name="Google Shape;905;p13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06" name="Google Shape;906;p13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07" name="Google Shape;907;p1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8" name="Google Shape;908;p1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9" name="Google Shape;909;p1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Verdana"/>
                <a:ea typeface="Verdana"/>
                <a:cs typeface="Verdana"/>
                <a:sym typeface="Verdana"/>
              </a:defRPr>
            </a:lvl1pPr>
            <a:lvl2pPr marL="0" lvl="1" indent="0" algn="r">
              <a:spcBef>
                <a:spcPts val="0"/>
              </a:spcBef>
              <a:buNone/>
              <a:defRPr>
                <a:latin typeface="Verdana"/>
                <a:ea typeface="Verdana"/>
                <a:cs typeface="Verdana"/>
                <a:sym typeface="Verdana"/>
              </a:defRPr>
            </a:lvl2pPr>
            <a:lvl3pPr marL="0" lvl="2" indent="0" algn="r">
              <a:spcBef>
                <a:spcPts val="0"/>
              </a:spcBef>
              <a:buNone/>
              <a:defRPr>
                <a:latin typeface="Verdana"/>
                <a:ea typeface="Verdana"/>
                <a:cs typeface="Verdana"/>
                <a:sym typeface="Verdana"/>
              </a:defRPr>
            </a:lvl3pPr>
            <a:lvl4pPr marL="0" lvl="3" indent="0" algn="r">
              <a:spcBef>
                <a:spcPts val="0"/>
              </a:spcBef>
              <a:buNone/>
              <a:defRPr>
                <a:latin typeface="Verdana"/>
                <a:ea typeface="Verdana"/>
                <a:cs typeface="Verdana"/>
                <a:sym typeface="Verdana"/>
              </a:defRPr>
            </a:lvl4pPr>
            <a:lvl5pPr marL="0" lvl="4" indent="0" algn="r">
              <a:spcBef>
                <a:spcPts val="0"/>
              </a:spcBef>
              <a:buNone/>
              <a:defRPr>
                <a:latin typeface="Verdana"/>
                <a:ea typeface="Verdana"/>
                <a:cs typeface="Verdana"/>
                <a:sym typeface="Verdana"/>
              </a:defRPr>
            </a:lvl5pPr>
            <a:lvl6pPr marL="0" lvl="5" indent="0" algn="r">
              <a:spcBef>
                <a:spcPts val="0"/>
              </a:spcBef>
              <a:buNone/>
              <a:defRPr>
                <a:latin typeface="Verdana"/>
                <a:ea typeface="Verdana"/>
                <a:cs typeface="Verdana"/>
                <a:sym typeface="Verdana"/>
              </a:defRPr>
            </a:lvl6pPr>
            <a:lvl7pPr marL="0" lvl="6" indent="0" algn="r">
              <a:spcBef>
                <a:spcPts val="0"/>
              </a:spcBef>
              <a:buNone/>
              <a:defRPr>
                <a:latin typeface="Verdana"/>
                <a:ea typeface="Verdana"/>
                <a:cs typeface="Verdana"/>
                <a:sym typeface="Verdana"/>
              </a:defRPr>
            </a:lvl7pPr>
            <a:lvl8pPr marL="0" lvl="7" indent="0" algn="r">
              <a:spcBef>
                <a:spcPts val="0"/>
              </a:spcBef>
              <a:buNone/>
              <a:defRPr>
                <a:latin typeface="Verdana"/>
                <a:ea typeface="Verdana"/>
                <a:cs typeface="Verdana"/>
                <a:sym typeface="Verdana"/>
              </a:defRPr>
            </a:lvl8pPr>
            <a:lvl9pPr marL="0" lvl="8" indent="0" algn="r">
              <a:spcBef>
                <a:spcPts val="0"/>
              </a:spcBef>
              <a:buNone/>
              <a:defRPr>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lt1"/>
        </a:solidFill>
        <a:effectLst/>
      </p:bgPr>
    </p:bg>
    <p:spTree>
      <p:nvGrpSpPr>
        <p:cNvPr id="1" name="Shape 910"/>
        <p:cNvGrpSpPr/>
        <p:nvPr/>
      </p:nvGrpSpPr>
      <p:grpSpPr>
        <a:xfrm>
          <a:off x="0" y="0"/>
          <a:ext cx="0" cy="0"/>
          <a:chOff x="0" y="0"/>
          <a:chExt cx="0" cy="0"/>
        </a:xfrm>
      </p:grpSpPr>
      <p:sp>
        <p:nvSpPr>
          <p:cNvPr id="911" name="Google Shape;911;p140"/>
          <p:cNvSpPr/>
          <p:nvPr/>
        </p:nvSpPr>
        <p:spPr>
          <a:xfrm>
            <a:off x="381000" y="0"/>
            <a:ext cx="609600" cy="6858000"/>
          </a:xfrm>
          <a:prstGeom prst="rect">
            <a:avLst/>
          </a:prstGeom>
          <a:solidFill>
            <a:srgbClr val="B1C0DA">
              <a:alpha val="5372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12" name="Google Shape;912;p140"/>
          <p:cNvSpPr/>
          <p:nvPr/>
        </p:nvSpPr>
        <p:spPr>
          <a:xfrm>
            <a:off x="276225" y="0"/>
            <a:ext cx="104775" cy="6858000"/>
          </a:xfrm>
          <a:prstGeom prst="rect">
            <a:avLst/>
          </a:prstGeom>
          <a:solidFill>
            <a:srgbClr val="CFD7E7">
              <a:alpha val="3568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13" name="Google Shape;913;p140"/>
          <p:cNvSpPr/>
          <p:nvPr/>
        </p:nvSpPr>
        <p:spPr>
          <a:xfrm>
            <a:off x="990600" y="0"/>
            <a:ext cx="182563" cy="6858000"/>
          </a:xfrm>
          <a:prstGeom prst="rect">
            <a:avLst/>
          </a:prstGeom>
          <a:solidFill>
            <a:srgbClr val="CFD7E7">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14" name="Google Shape;914;p140"/>
          <p:cNvSpPr/>
          <p:nvPr/>
        </p:nvSpPr>
        <p:spPr>
          <a:xfrm>
            <a:off x="1141413" y="0"/>
            <a:ext cx="230188" cy="6858000"/>
          </a:xfrm>
          <a:prstGeom prst="rect">
            <a:avLst/>
          </a:prstGeom>
          <a:solidFill>
            <a:srgbClr val="E8ECF4">
              <a:alpha val="7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cxnSp>
        <p:nvCxnSpPr>
          <p:cNvPr id="915" name="Google Shape;915;p140"/>
          <p:cNvCxnSpPr/>
          <p:nvPr/>
        </p:nvCxnSpPr>
        <p:spPr>
          <a:xfrm>
            <a:off x="106363" y="0"/>
            <a:ext cx="0" cy="6858000"/>
          </a:xfrm>
          <a:prstGeom prst="straightConnector1">
            <a:avLst/>
          </a:prstGeom>
          <a:noFill/>
          <a:ln w="57150" cap="flat" cmpd="sng">
            <a:solidFill>
              <a:srgbClr val="B1C0DA">
                <a:alpha val="72941"/>
              </a:srgbClr>
            </a:solidFill>
            <a:prstDash val="solid"/>
            <a:round/>
            <a:headEnd type="none" w="sm" len="sm"/>
            <a:tailEnd type="none" w="sm" len="sm"/>
          </a:ln>
        </p:spPr>
      </p:cxnSp>
      <p:cxnSp>
        <p:nvCxnSpPr>
          <p:cNvPr id="916" name="Google Shape;916;p140"/>
          <p:cNvCxnSpPr/>
          <p:nvPr/>
        </p:nvCxnSpPr>
        <p:spPr>
          <a:xfrm>
            <a:off x="914400" y="0"/>
            <a:ext cx="0" cy="6858000"/>
          </a:xfrm>
          <a:prstGeom prst="straightConnector1">
            <a:avLst/>
          </a:prstGeom>
          <a:noFill/>
          <a:ln w="57150" cap="flat" cmpd="sng">
            <a:solidFill>
              <a:srgbClr val="E8ECF4">
                <a:alpha val="82745"/>
              </a:srgbClr>
            </a:solidFill>
            <a:prstDash val="solid"/>
            <a:round/>
            <a:headEnd type="none" w="sm" len="sm"/>
            <a:tailEnd type="none" w="sm" len="sm"/>
          </a:ln>
        </p:spPr>
      </p:cxnSp>
      <p:cxnSp>
        <p:nvCxnSpPr>
          <p:cNvPr id="917" name="Google Shape;917;p140"/>
          <p:cNvCxnSpPr/>
          <p:nvPr/>
        </p:nvCxnSpPr>
        <p:spPr>
          <a:xfrm>
            <a:off x="854075" y="0"/>
            <a:ext cx="0" cy="6858000"/>
          </a:xfrm>
          <a:prstGeom prst="straightConnector1">
            <a:avLst/>
          </a:prstGeom>
          <a:noFill/>
          <a:ln w="57150" cap="flat" cmpd="sng">
            <a:solidFill>
              <a:srgbClr val="B1C0DA"/>
            </a:solidFill>
            <a:prstDash val="solid"/>
            <a:round/>
            <a:headEnd type="none" w="sm" len="sm"/>
            <a:tailEnd type="none" w="sm" len="sm"/>
          </a:ln>
        </p:spPr>
      </p:cxnSp>
      <p:cxnSp>
        <p:nvCxnSpPr>
          <p:cNvPr id="918" name="Google Shape;918;p140"/>
          <p:cNvCxnSpPr/>
          <p:nvPr/>
        </p:nvCxnSpPr>
        <p:spPr>
          <a:xfrm>
            <a:off x="1727200" y="0"/>
            <a:ext cx="0" cy="6858000"/>
          </a:xfrm>
          <a:prstGeom prst="straightConnector1">
            <a:avLst/>
          </a:prstGeom>
          <a:noFill/>
          <a:ln w="28575" cap="flat" cmpd="sng">
            <a:solidFill>
              <a:srgbClr val="B1C0DA">
                <a:alpha val="81960"/>
              </a:srgbClr>
            </a:solidFill>
            <a:prstDash val="solid"/>
            <a:round/>
            <a:headEnd type="none" w="sm" len="sm"/>
            <a:tailEnd type="none" w="sm" len="sm"/>
          </a:ln>
        </p:spPr>
      </p:cxnSp>
      <p:cxnSp>
        <p:nvCxnSpPr>
          <p:cNvPr id="919" name="Google Shape;919;p140"/>
          <p:cNvCxnSpPr/>
          <p:nvPr/>
        </p:nvCxnSpPr>
        <p:spPr>
          <a:xfrm>
            <a:off x="1066800" y="0"/>
            <a:ext cx="0" cy="6858000"/>
          </a:xfrm>
          <a:prstGeom prst="straightConnector1">
            <a:avLst/>
          </a:prstGeom>
          <a:noFill/>
          <a:ln w="9525" cap="flat" cmpd="sng">
            <a:solidFill>
              <a:srgbClr val="B1C0DA"/>
            </a:solidFill>
            <a:prstDash val="solid"/>
            <a:round/>
            <a:headEnd type="none" w="sm" len="sm"/>
            <a:tailEnd type="none" w="sm" len="sm"/>
          </a:ln>
        </p:spPr>
      </p:cxnSp>
      <p:cxnSp>
        <p:nvCxnSpPr>
          <p:cNvPr id="920" name="Google Shape;920;p140"/>
          <p:cNvCxnSpPr/>
          <p:nvPr/>
        </p:nvCxnSpPr>
        <p:spPr>
          <a:xfrm>
            <a:off x="9113838" y="0"/>
            <a:ext cx="0" cy="6858000"/>
          </a:xfrm>
          <a:prstGeom prst="straightConnector1">
            <a:avLst/>
          </a:prstGeom>
          <a:noFill/>
          <a:ln w="57150" cap="flat" cmpd="thickThin">
            <a:solidFill>
              <a:srgbClr val="B1C0DA"/>
            </a:solidFill>
            <a:prstDash val="solid"/>
            <a:round/>
            <a:headEnd type="none" w="sm" len="sm"/>
            <a:tailEnd type="none" w="sm" len="sm"/>
          </a:ln>
        </p:spPr>
      </p:cxnSp>
      <p:sp>
        <p:nvSpPr>
          <p:cNvPr id="921" name="Google Shape;921;p140"/>
          <p:cNvSpPr/>
          <p:nvPr/>
        </p:nvSpPr>
        <p:spPr>
          <a:xfrm>
            <a:off x="1219200" y="0"/>
            <a:ext cx="76200" cy="6858000"/>
          </a:xfrm>
          <a:prstGeom prst="rect">
            <a:avLst/>
          </a:prstGeom>
          <a:solidFill>
            <a:srgbClr val="B1C0DA">
              <a:alpha val="5098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2" name="Google Shape;922;p140"/>
          <p:cNvSpPr/>
          <p:nvPr/>
        </p:nvSpPr>
        <p:spPr>
          <a:xfrm>
            <a:off x="609600" y="3429000"/>
            <a:ext cx="1295400" cy="12954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3" name="Google Shape;923;p140"/>
          <p:cNvSpPr/>
          <p:nvPr/>
        </p:nvSpPr>
        <p:spPr>
          <a:xfrm>
            <a:off x="1309688" y="4867275"/>
            <a:ext cx="641350" cy="64135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4" name="Google Shape;924;p140"/>
          <p:cNvSpPr/>
          <p:nvPr/>
        </p:nvSpPr>
        <p:spPr>
          <a:xfrm>
            <a:off x="1090613" y="5500688"/>
            <a:ext cx="138113" cy="1365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5" name="Google Shape;925;p140"/>
          <p:cNvSpPr/>
          <p:nvPr/>
        </p:nvSpPr>
        <p:spPr>
          <a:xfrm>
            <a:off x="1663700" y="5788025"/>
            <a:ext cx="274638" cy="274638"/>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6" name="Google Shape;926;p140"/>
          <p:cNvSpPr/>
          <p:nvPr/>
        </p:nvSpPr>
        <p:spPr>
          <a:xfrm>
            <a:off x="1905000" y="4495800"/>
            <a:ext cx="365125" cy="365125"/>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chemeClr val="lt1"/>
              </a:solidFill>
              <a:latin typeface="Calibri"/>
              <a:ea typeface="Calibri"/>
              <a:cs typeface="Calibri"/>
              <a:sym typeface="Calibri"/>
            </a:endParaRPr>
          </a:p>
        </p:txBody>
      </p:sp>
      <p:sp>
        <p:nvSpPr>
          <p:cNvPr id="927" name="Google Shape;927;p140"/>
          <p:cNvSpPr txBox="1">
            <a:spLocks noGrp="1"/>
          </p:cNvSpPr>
          <p:nvPr>
            <p:ph type="subTitle" idx="1"/>
          </p:nvPr>
        </p:nvSpPr>
        <p:spPr>
          <a:xfrm>
            <a:off x="2286000" y="1484784"/>
            <a:ext cx="6172200" cy="4890138"/>
          </a:xfrm>
          <a:prstGeom prst="rect">
            <a:avLst/>
          </a:prstGeom>
          <a:noFill/>
          <a:ln>
            <a:noFill/>
          </a:ln>
        </p:spPr>
        <p:txBody>
          <a:bodyPr spcFirstLastPara="1" wrap="square" lIns="91425" tIns="45700" rIns="91425" bIns="45700" anchor="t" anchorCtr="0">
            <a:noAutofit/>
          </a:bodyPr>
          <a:lstStyle>
            <a:lvl1pPr lvl="0" algn="l">
              <a:spcBef>
                <a:spcPts val="360"/>
              </a:spcBef>
              <a:spcAft>
                <a:spcPts val="0"/>
              </a:spcAft>
              <a:buClr>
                <a:schemeClr val="dk2"/>
              </a:buClr>
              <a:buSzPts val="1800"/>
              <a:buNone/>
              <a:defRPr sz="1800" b="1">
                <a:solidFill>
                  <a:schemeClr val="dk2"/>
                </a:solidFill>
              </a:defRPr>
            </a:lvl1pPr>
            <a:lvl2pPr lvl="1" algn="ctr">
              <a:spcBef>
                <a:spcPts val="360"/>
              </a:spcBef>
              <a:spcAft>
                <a:spcPts val="0"/>
              </a:spcAft>
              <a:buClr>
                <a:schemeClr val="dk1"/>
              </a:buClr>
              <a:buSzPts val="1800"/>
              <a:buNone/>
              <a:defRPr/>
            </a:lvl2pPr>
            <a:lvl3pPr lvl="2" algn="ctr">
              <a:spcBef>
                <a:spcPts val="360"/>
              </a:spcBef>
              <a:spcAft>
                <a:spcPts val="0"/>
              </a:spcAft>
              <a:buClr>
                <a:schemeClr val="dk1"/>
              </a:buClr>
              <a:buSzPts val="1800"/>
              <a:buNone/>
              <a:defRPr/>
            </a:lvl3pPr>
            <a:lvl4pPr lvl="3" algn="ctr">
              <a:spcBef>
                <a:spcPts val="360"/>
              </a:spcBef>
              <a:spcAft>
                <a:spcPts val="0"/>
              </a:spcAft>
              <a:buClr>
                <a:schemeClr val="dk1"/>
              </a:buClr>
              <a:buSzPts val="1800"/>
              <a:buNone/>
              <a:defRPr/>
            </a:lvl4pPr>
            <a:lvl5pPr lvl="4" algn="ctr">
              <a:spcBef>
                <a:spcPts val="360"/>
              </a:spcBef>
              <a:spcAft>
                <a:spcPts val="0"/>
              </a:spcAft>
              <a:buClr>
                <a:schemeClr val="dk1"/>
              </a:buClr>
              <a:buSzPts val="1800"/>
              <a:buNone/>
              <a:defRPr/>
            </a:lvl5pPr>
            <a:lvl6pPr lvl="5" algn="ctr">
              <a:spcBef>
                <a:spcPts val="360"/>
              </a:spcBef>
              <a:spcAft>
                <a:spcPts val="0"/>
              </a:spcAft>
              <a:buClr>
                <a:schemeClr val="dk1"/>
              </a:buClr>
              <a:buSzPts val="1800"/>
              <a:buNone/>
              <a:defRPr/>
            </a:lvl6pPr>
            <a:lvl7pPr lvl="6" algn="ctr">
              <a:spcBef>
                <a:spcPts val="360"/>
              </a:spcBef>
              <a:spcAft>
                <a:spcPts val="0"/>
              </a:spcAft>
              <a:buClr>
                <a:schemeClr val="dk1"/>
              </a:buClr>
              <a:buSzPts val="1800"/>
              <a:buNone/>
              <a:defRPr/>
            </a:lvl7pPr>
            <a:lvl8pPr lvl="7" algn="ctr">
              <a:spcBef>
                <a:spcPts val="360"/>
              </a:spcBef>
              <a:spcAft>
                <a:spcPts val="0"/>
              </a:spcAft>
              <a:buClr>
                <a:schemeClr val="dk1"/>
              </a:buClr>
              <a:buSzPts val="1800"/>
              <a:buNone/>
              <a:defRPr/>
            </a:lvl8pPr>
            <a:lvl9pPr lvl="8" algn="ctr">
              <a:spcBef>
                <a:spcPts val="360"/>
              </a:spcBef>
              <a:spcAft>
                <a:spcPts val="0"/>
              </a:spcAft>
              <a:buClr>
                <a:schemeClr val="dk1"/>
              </a:buClr>
              <a:buSzPts val="1800"/>
              <a:buNone/>
              <a:defRPr/>
            </a:lvl9pPr>
          </a:lstStyle>
          <a:p>
            <a:endParaRPr/>
          </a:p>
        </p:txBody>
      </p:sp>
      <p:sp>
        <p:nvSpPr>
          <p:cNvPr id="928" name="Google Shape;928;p140"/>
          <p:cNvSpPr txBox="1">
            <a:spLocks noGrp="1"/>
          </p:cNvSpPr>
          <p:nvPr>
            <p:ph type="title"/>
          </p:nvPr>
        </p:nvSpPr>
        <p:spPr>
          <a:xfrm>
            <a:off x="1331640" y="764704"/>
            <a:ext cx="7467600" cy="56207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9" name="Google Shape;929;p140"/>
          <p:cNvSpPr txBox="1">
            <a:spLocks noGrp="1"/>
          </p:cNvSpPr>
          <p:nvPr>
            <p:ph type="dt" idx="10"/>
          </p:nvPr>
        </p:nvSpPr>
        <p:spPr>
          <a:xfrm>
            <a:off x="4067175" y="6473825"/>
            <a:ext cx="2012950" cy="38417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0" name="Google Shape;930;p140"/>
          <p:cNvSpPr txBox="1">
            <a:spLocks noGrp="1"/>
          </p:cNvSpPr>
          <p:nvPr>
            <p:ph type="sldNum" idx="12"/>
          </p:nvPr>
        </p:nvSpPr>
        <p:spPr>
          <a:xfrm>
            <a:off x="8534400" y="6337300"/>
            <a:ext cx="609600" cy="5207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31" name="Google Shape;931;p140"/>
          <p:cNvSpPr txBox="1">
            <a:spLocks noGrp="1"/>
          </p:cNvSpPr>
          <p:nvPr>
            <p:ph type="ftr" idx="11"/>
          </p:nvPr>
        </p:nvSpPr>
        <p:spPr>
          <a:xfrm>
            <a:off x="0" y="6492875"/>
            <a:ext cx="32004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1_Title Only">
  <p:cSld name="1_Title Only">
    <p:bg>
      <p:bgPr>
        <a:solidFill>
          <a:schemeClr val="lt1"/>
        </a:solidFill>
        <a:effectLst/>
      </p:bgPr>
    </p:bg>
    <p:spTree>
      <p:nvGrpSpPr>
        <p:cNvPr id="1" name="Shape 932"/>
        <p:cNvGrpSpPr/>
        <p:nvPr/>
      </p:nvGrpSpPr>
      <p:grpSpPr>
        <a:xfrm>
          <a:off x="0" y="0"/>
          <a:ext cx="0" cy="0"/>
          <a:chOff x="0" y="0"/>
          <a:chExt cx="0" cy="0"/>
        </a:xfrm>
      </p:grpSpPr>
      <p:sp>
        <p:nvSpPr>
          <p:cNvPr id="933" name="Google Shape;933;p141"/>
          <p:cNvSpPr txBox="1">
            <a:spLocks noGrp="1"/>
          </p:cNvSpPr>
          <p:nvPr>
            <p:ph type="title"/>
          </p:nvPr>
        </p:nvSpPr>
        <p:spPr>
          <a:xfrm>
            <a:off x="457200" y="274638"/>
            <a:ext cx="7467600" cy="70609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b="1"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34" name="Google Shape;934;p141"/>
          <p:cNvSpPr txBox="1">
            <a:spLocks noGrp="1"/>
          </p:cNvSpPr>
          <p:nvPr>
            <p:ph type="body" idx="1"/>
          </p:nvPr>
        </p:nvSpPr>
        <p:spPr>
          <a:xfrm>
            <a:off x="457200" y="1052736"/>
            <a:ext cx="7467600" cy="542121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5" name="Google Shape;935;p1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36" name="Google Shape;936;p1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7" name="Google Shape;937;p1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jp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6" Type="http://schemas.openxmlformats.org/officeDocument/2006/relationships/image" Target="../media/image2.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1.jp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6" Type="http://schemas.openxmlformats.org/officeDocument/2006/relationships/image" Target="../media/image2.png"/><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1.jp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2" Type="http://schemas.openxmlformats.org/officeDocument/2006/relationships/slideLayout" Target="../slideLayouts/slideLayout65.xml"/><Relationship Id="rId16" Type="http://schemas.openxmlformats.org/officeDocument/2006/relationships/image" Target="../media/image2.png"/><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image" Target="../media/image1.jpg"/><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6" Type="http://schemas.openxmlformats.org/officeDocument/2006/relationships/image" Target="../media/image2.png"/><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image" Target="../media/image1.jpg"/><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6" Type="http://schemas.openxmlformats.org/officeDocument/2006/relationships/image" Target="../media/image2.png"/><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1.jp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slideLayout" Target="../slideLayouts/slideLayout115.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2" Type="http://schemas.openxmlformats.org/officeDocument/2006/relationships/slideLayout" Target="../slideLayouts/slideLayout104.xml"/><Relationship Id="rId16" Type="http://schemas.openxmlformats.org/officeDocument/2006/relationships/image" Target="../media/image2.png"/><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image" Target="../media/image1.jpg"/><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theme" Target="../theme/theme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18" descr="Description: Description: I:\ALL PICTURE\JSPM LOGO.JPG"/>
          <p:cNvPicPr preferRelativeResize="0"/>
          <p:nvPr/>
        </p:nvPicPr>
        <p:blipFill rotWithShape="1">
          <a:blip r:embed="rId13">
            <a:alphaModFix/>
          </a:blip>
          <a:srcRect/>
          <a:stretch/>
        </p:blipFill>
        <p:spPr>
          <a:xfrm>
            <a:off x="76200" y="128588"/>
            <a:ext cx="1143000" cy="862012"/>
          </a:xfrm>
          <a:prstGeom prst="rect">
            <a:avLst/>
          </a:prstGeom>
          <a:noFill/>
          <a:ln>
            <a:noFill/>
          </a:ln>
        </p:spPr>
      </p:pic>
      <p:pic>
        <p:nvPicPr>
          <p:cNvPr id="12" name="Google Shape;12;p18" descr="C:\Users\staff\Downloads\image.png"/>
          <p:cNvPicPr preferRelativeResize="0"/>
          <p:nvPr/>
        </p:nvPicPr>
        <p:blipFill rotWithShape="1">
          <a:blip r:embed="rId14">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
        <p:nvSpPr>
          <p:cNvPr id="83" name="Google Shape;83;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4" name="Google Shape;84;p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5" name="Google Shape;85;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6" name="Google Shape;86;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88" name="Google Shape;88;p20"/>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89" name="Google Shape;89;p20"/>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0" name="Google Shape;90;p20"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91" name="Google Shape;91;p20"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91" name="Google Shape;191;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2" name="Google Shape;19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4" name="Google Shape;19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195" name="Google Shape;195;p22"/>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196" name="Google Shape;196;p22"/>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97" name="Google Shape;197;p22"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198" name="Google Shape;198;p22"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6"/>
        <p:cNvGrpSpPr/>
        <p:nvPr/>
      </p:nvGrpSpPr>
      <p:grpSpPr>
        <a:xfrm>
          <a:off x="0" y="0"/>
          <a:ext cx="0" cy="0"/>
          <a:chOff x="0" y="0"/>
          <a:chExt cx="0" cy="0"/>
        </a:xfrm>
      </p:grpSpPr>
      <p:sp>
        <p:nvSpPr>
          <p:cNvPr id="297" name="Google Shape;297;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98" name="Google Shape;298;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9" name="Google Shape;299;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0" name="Google Shape;300;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1" name="Google Shape;301;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302" name="Google Shape;302;p24"/>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303" name="Google Shape;303;p24"/>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304" name="Google Shape;304;p24"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305" name="Google Shape;305;p24"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3"/>
        <p:cNvGrpSpPr/>
        <p:nvPr/>
      </p:nvGrpSpPr>
      <p:grpSpPr>
        <a:xfrm>
          <a:off x="0" y="0"/>
          <a:ext cx="0" cy="0"/>
          <a:chOff x="0" y="0"/>
          <a:chExt cx="0" cy="0"/>
        </a:xfrm>
      </p:grpSpPr>
      <p:sp>
        <p:nvSpPr>
          <p:cNvPr id="404" name="Google Shape;404;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405" name="Google Shape;405;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06" name="Google Shape;406;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7" name="Google Shape;407;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8" name="Google Shape;408;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409" name="Google Shape;409;p26"/>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410" name="Google Shape;410;p26"/>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411" name="Google Shape;411;p26"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412" name="Google Shape;412;p26"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0"/>
        <p:cNvGrpSpPr/>
        <p:nvPr/>
      </p:nvGrpSpPr>
      <p:grpSpPr>
        <a:xfrm>
          <a:off x="0" y="0"/>
          <a:ext cx="0" cy="0"/>
          <a:chOff x="0" y="0"/>
          <a:chExt cx="0" cy="0"/>
        </a:xfrm>
      </p:grpSpPr>
      <p:sp>
        <p:nvSpPr>
          <p:cNvPr id="511" name="Google Shape;511;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12" name="Google Shape;512;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13" name="Google Shape;513;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4" name="Google Shape;514;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5" name="Google Shape;515;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516" name="Google Shape;516;p28"/>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517" name="Google Shape;517;p28"/>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518" name="Google Shape;518;p28"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519" name="Google Shape;519;p28"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7"/>
        <p:cNvGrpSpPr/>
        <p:nvPr/>
      </p:nvGrpSpPr>
      <p:grpSpPr>
        <a:xfrm>
          <a:off x="0" y="0"/>
          <a:ext cx="0" cy="0"/>
          <a:chOff x="0" y="0"/>
          <a:chExt cx="0" cy="0"/>
        </a:xfrm>
      </p:grpSpPr>
      <p:sp>
        <p:nvSpPr>
          <p:cNvPr id="618" name="Google Shape;618;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619" name="Google Shape;619;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0" name="Google Shape;620;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1" name="Google Shape;621;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2" name="Google Shape;622;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623" name="Google Shape;623;p30"/>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624" name="Google Shape;624;p30"/>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625" name="Google Shape;625;p30"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626" name="Google Shape;626;p30"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4"/>
        <p:cNvGrpSpPr/>
        <p:nvPr/>
      </p:nvGrpSpPr>
      <p:grpSpPr>
        <a:xfrm>
          <a:off x="0" y="0"/>
          <a:ext cx="0" cy="0"/>
          <a:chOff x="0" y="0"/>
          <a:chExt cx="0" cy="0"/>
        </a:xfrm>
      </p:grpSpPr>
      <p:sp>
        <p:nvSpPr>
          <p:cNvPr id="725" name="Google Shape;725;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26" name="Google Shape;726;p3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27" name="Google Shape;72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8" name="Google Shape;72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9" name="Google Shape;72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730" name="Google Shape;730;p33"/>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731" name="Google Shape;731;p33"/>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732" name="Google Shape;732;p33"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733" name="Google Shape;733;p33"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1"/>
        <p:cNvGrpSpPr/>
        <p:nvPr/>
      </p:nvGrpSpPr>
      <p:grpSpPr>
        <a:xfrm>
          <a:off x="0" y="0"/>
          <a:ext cx="0" cy="0"/>
          <a:chOff x="0" y="0"/>
          <a:chExt cx="0" cy="0"/>
        </a:xfrm>
      </p:grpSpPr>
      <p:sp>
        <p:nvSpPr>
          <p:cNvPr id="832" name="Google Shape;832;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33" name="Google Shape;833;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4" name="Google Shape;834;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5" name="Google Shape;835;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6" name="Google Shape;836;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98989"/>
                </a:solidFill>
                <a:latin typeface="Verdana"/>
                <a:ea typeface="Verdana"/>
                <a:cs typeface="Verdana"/>
                <a:sym typeface="Verdana"/>
              </a:defRPr>
            </a:lvl1pPr>
            <a:lvl2pPr marL="0" marR="0" lvl="1" indent="0" algn="r" rtl="0">
              <a:spcBef>
                <a:spcPts val="0"/>
              </a:spcBef>
              <a:buNone/>
              <a:defRPr sz="1200" b="0" i="0" u="none" strike="noStrike" cap="none">
                <a:solidFill>
                  <a:srgbClr val="898989"/>
                </a:solidFill>
                <a:latin typeface="Verdana"/>
                <a:ea typeface="Verdana"/>
                <a:cs typeface="Verdana"/>
                <a:sym typeface="Verdana"/>
              </a:defRPr>
            </a:lvl2pPr>
            <a:lvl3pPr marL="0" marR="0" lvl="2" indent="0" algn="r" rtl="0">
              <a:spcBef>
                <a:spcPts val="0"/>
              </a:spcBef>
              <a:buNone/>
              <a:defRPr sz="1200" b="0" i="0" u="none" strike="noStrike" cap="none">
                <a:solidFill>
                  <a:srgbClr val="898989"/>
                </a:solidFill>
                <a:latin typeface="Verdana"/>
                <a:ea typeface="Verdana"/>
                <a:cs typeface="Verdana"/>
                <a:sym typeface="Verdana"/>
              </a:defRPr>
            </a:lvl3pPr>
            <a:lvl4pPr marL="0" marR="0" lvl="3" indent="0" algn="r" rtl="0">
              <a:spcBef>
                <a:spcPts val="0"/>
              </a:spcBef>
              <a:buNone/>
              <a:defRPr sz="1200" b="0" i="0" u="none" strike="noStrike" cap="none">
                <a:solidFill>
                  <a:srgbClr val="898989"/>
                </a:solidFill>
                <a:latin typeface="Verdana"/>
                <a:ea typeface="Verdana"/>
                <a:cs typeface="Verdana"/>
                <a:sym typeface="Verdana"/>
              </a:defRPr>
            </a:lvl4pPr>
            <a:lvl5pPr marL="0" marR="0" lvl="4" indent="0" algn="r" rtl="0">
              <a:spcBef>
                <a:spcPts val="0"/>
              </a:spcBef>
              <a:buNone/>
              <a:defRPr sz="1200" b="0" i="0" u="none" strike="noStrike" cap="none">
                <a:solidFill>
                  <a:srgbClr val="898989"/>
                </a:solidFill>
                <a:latin typeface="Verdana"/>
                <a:ea typeface="Verdana"/>
                <a:cs typeface="Verdana"/>
                <a:sym typeface="Verdana"/>
              </a:defRPr>
            </a:lvl5pPr>
            <a:lvl6pPr marL="0" marR="0" lvl="5" indent="0" algn="r" rtl="0">
              <a:spcBef>
                <a:spcPts val="0"/>
              </a:spcBef>
              <a:buNone/>
              <a:defRPr sz="1200" b="0" i="0" u="none" strike="noStrike" cap="none">
                <a:solidFill>
                  <a:srgbClr val="898989"/>
                </a:solidFill>
                <a:latin typeface="Verdana"/>
                <a:ea typeface="Verdana"/>
                <a:cs typeface="Verdana"/>
                <a:sym typeface="Verdana"/>
              </a:defRPr>
            </a:lvl6pPr>
            <a:lvl7pPr marL="0" marR="0" lvl="6" indent="0" algn="r" rtl="0">
              <a:spcBef>
                <a:spcPts val="0"/>
              </a:spcBef>
              <a:buNone/>
              <a:defRPr sz="1200" b="0" i="0" u="none" strike="noStrike" cap="none">
                <a:solidFill>
                  <a:srgbClr val="898989"/>
                </a:solidFill>
                <a:latin typeface="Verdana"/>
                <a:ea typeface="Verdana"/>
                <a:cs typeface="Verdana"/>
                <a:sym typeface="Verdana"/>
              </a:defRPr>
            </a:lvl7pPr>
            <a:lvl8pPr marL="0" marR="0" lvl="7" indent="0" algn="r" rtl="0">
              <a:spcBef>
                <a:spcPts val="0"/>
              </a:spcBef>
              <a:buNone/>
              <a:defRPr sz="1200" b="0" i="0" u="none" strike="noStrike" cap="none">
                <a:solidFill>
                  <a:srgbClr val="898989"/>
                </a:solidFill>
                <a:latin typeface="Verdana"/>
                <a:ea typeface="Verdana"/>
                <a:cs typeface="Verdana"/>
                <a:sym typeface="Verdana"/>
              </a:defRPr>
            </a:lvl8pPr>
            <a:lvl9pPr marL="0" marR="0" lvl="8" indent="0" algn="r" rtl="0">
              <a:spcBef>
                <a:spcPts val="0"/>
              </a:spcBef>
              <a:buNone/>
              <a:defRPr sz="1200" b="0" i="0" u="none" strike="noStrike" cap="none">
                <a:solidFill>
                  <a:srgbClr val="898989"/>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
        <p:nvSpPr>
          <p:cNvPr id="837" name="Google Shape;837;p35"/>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chemeClr val="dk1"/>
              </a:solidFill>
              <a:latin typeface="Calibri"/>
              <a:ea typeface="Calibri"/>
              <a:cs typeface="Calibri"/>
              <a:sym typeface="Calibri"/>
            </a:endParaRPr>
          </a:p>
        </p:txBody>
      </p:sp>
      <p:graphicFrame>
        <p:nvGraphicFramePr>
          <p:cNvPr id="838" name="Google Shape;838;p35"/>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Electronics and Telecommunication Engineering </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839" name="Google Shape;839;p35" descr="Description: Description: I:\ALL PICTURE\JSPM LOGO.JPG"/>
          <p:cNvPicPr preferRelativeResize="0"/>
          <p:nvPr/>
        </p:nvPicPr>
        <p:blipFill rotWithShape="1">
          <a:blip r:embed="rId15">
            <a:alphaModFix/>
          </a:blip>
          <a:srcRect/>
          <a:stretch/>
        </p:blipFill>
        <p:spPr>
          <a:xfrm>
            <a:off x="76200" y="128588"/>
            <a:ext cx="1143000" cy="862012"/>
          </a:xfrm>
          <a:prstGeom prst="rect">
            <a:avLst/>
          </a:prstGeom>
          <a:noFill/>
          <a:ln>
            <a:noFill/>
          </a:ln>
        </p:spPr>
      </p:pic>
      <p:pic>
        <p:nvPicPr>
          <p:cNvPr id="840" name="Google Shape;840;p35" descr="C:\Users\staff\Downloads\image.png"/>
          <p:cNvPicPr preferRelativeResize="0"/>
          <p:nvPr/>
        </p:nvPicPr>
        <p:blipFill rotWithShape="1">
          <a:blip r:embed="rId16">
            <a:alphaModFix/>
          </a:blip>
          <a:srcRect/>
          <a:stretch/>
        </p:blipFill>
        <p:spPr>
          <a:xfrm>
            <a:off x="8001000" y="114300"/>
            <a:ext cx="1066800" cy="8763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8.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5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5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6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77.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77.xml"/><Relationship Id="rId5" Type="http://schemas.openxmlformats.org/officeDocument/2006/relationships/image" Target="../media/image4.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90.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03.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03.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hyperlink" Target="https://ijsrset.com/paper/5400.pdf" TargetMode="External"/><Relationship Id="rId3" Type="http://schemas.openxmlformats.org/officeDocument/2006/relationships/image" Target="../media/image1.jpg"/><Relationship Id="rId7" Type="http://schemas.openxmlformats.org/officeDocument/2006/relationships/hyperlink" Target="https://www.ijsrp.org/research-paper-0415/ijsrp-p4058.pdf" TargetMode="External"/><Relationship Id="rId2" Type="http://schemas.openxmlformats.org/officeDocument/2006/relationships/notesSlide" Target="../notesSlides/notesSlide15.xml"/><Relationship Id="rId1" Type="http://schemas.openxmlformats.org/officeDocument/2006/relationships/slideLayout" Target="../slideLayouts/slideLayout103.xml"/><Relationship Id="rId6" Type="http://schemas.openxmlformats.org/officeDocument/2006/relationships/hyperlink" Target="https://www.ijareeie.com/upload/2016/april/73_ARS%20new_no%20cert.pdf" TargetMode="External"/><Relationship Id="rId5" Type="http://schemas.openxmlformats.org/officeDocument/2006/relationships/hyperlink" Target="https://scispace.com/pdf/smart-ration-card-30u4buthp2.pdf" TargetMode="External"/><Relationship Id="rId4" Type="http://schemas.openxmlformats.org/officeDocument/2006/relationships/image" Target="../media/image2.png"/><Relationship Id="rId9" Type="http://schemas.openxmlformats.org/officeDocument/2006/relationships/hyperlink" Target="https://www.pccoer.com/NAAC/CR-3/3.3.1/137.%202018-19e_tc25.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0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
          <p:cNvSpPr/>
          <p:nvPr/>
        </p:nvSpPr>
        <p:spPr>
          <a:xfrm>
            <a:off x="0" y="76200"/>
            <a:ext cx="9144000" cy="990600"/>
          </a:xfrm>
          <a:prstGeom prst="rect">
            <a:avLst/>
          </a:prstGeom>
          <a:solidFill>
            <a:srgbClr val="F4B0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1" i="0" u="none" strike="noStrike" cap="none">
              <a:solidFill>
                <a:schemeClr val="dk1"/>
              </a:solidFill>
              <a:latin typeface="Calibri"/>
              <a:ea typeface="Calibri"/>
              <a:cs typeface="Calibri"/>
              <a:sym typeface="Calibri"/>
            </a:endParaRPr>
          </a:p>
        </p:txBody>
      </p:sp>
      <p:graphicFrame>
        <p:nvGraphicFramePr>
          <p:cNvPr id="943" name="Google Shape;943;p1"/>
          <p:cNvGraphicFramePr/>
          <p:nvPr/>
        </p:nvGraphicFramePr>
        <p:xfrm>
          <a:off x="1371600" y="76201"/>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44" name="Google Shape;944;p1" descr="Description: Description: I:\ALL PICTURE\JSPM LOGO.JPG"/>
          <p:cNvPicPr preferRelativeResize="0"/>
          <p:nvPr/>
        </p:nvPicPr>
        <p:blipFill rotWithShape="1">
          <a:blip r:embed="rId3">
            <a:alphaModFix/>
          </a:blip>
          <a:srcRect/>
          <a:stretch/>
        </p:blipFill>
        <p:spPr>
          <a:xfrm>
            <a:off x="76200" y="108711"/>
            <a:ext cx="1143000" cy="862012"/>
          </a:xfrm>
          <a:prstGeom prst="rect">
            <a:avLst/>
          </a:prstGeom>
          <a:noFill/>
          <a:ln>
            <a:noFill/>
          </a:ln>
        </p:spPr>
      </p:pic>
      <p:pic>
        <p:nvPicPr>
          <p:cNvPr id="945" name="Google Shape;945;p1" descr="C:\Users\staff\Downloads\image.png"/>
          <p:cNvPicPr preferRelativeResize="0"/>
          <p:nvPr/>
        </p:nvPicPr>
        <p:blipFill rotWithShape="1">
          <a:blip r:embed="rId4">
            <a:alphaModFix/>
          </a:blip>
          <a:srcRect/>
          <a:stretch/>
        </p:blipFill>
        <p:spPr>
          <a:xfrm>
            <a:off x="8001000" y="114301"/>
            <a:ext cx="1066800" cy="876300"/>
          </a:xfrm>
          <a:prstGeom prst="rect">
            <a:avLst/>
          </a:prstGeom>
          <a:noFill/>
          <a:ln>
            <a:noFill/>
          </a:ln>
        </p:spPr>
      </p:pic>
      <p:sp>
        <p:nvSpPr>
          <p:cNvPr id="946" name="Google Shape;946;p1"/>
          <p:cNvSpPr txBox="1"/>
          <p:nvPr/>
        </p:nvSpPr>
        <p:spPr>
          <a:xfrm>
            <a:off x="341165" y="1078506"/>
            <a:ext cx="8534400" cy="45242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000" b="1" i="0" u="none" strike="noStrike" cap="none" dirty="0">
              <a:solidFill>
                <a:srgbClr val="538CD5"/>
              </a:solidFill>
              <a:latin typeface="Times New Roman"/>
              <a:ea typeface="Times New Roman"/>
              <a:cs typeface="Times New Roman"/>
              <a:sym typeface="Times New Roman"/>
            </a:endParaRPr>
          </a:p>
          <a:p>
            <a:pPr marL="0" marR="0" lvl="0" indent="0" algn="ctr" rtl="0">
              <a:spcBef>
                <a:spcPts val="0"/>
              </a:spcBef>
              <a:spcAft>
                <a:spcPts val="0"/>
              </a:spcAft>
              <a:buNone/>
            </a:pPr>
            <a:r>
              <a:rPr lang="en-US" sz="2000" b="1" i="0" u="none" strike="noStrike" cap="none" dirty="0">
                <a:solidFill>
                  <a:srgbClr val="538CD5"/>
                </a:solidFill>
                <a:latin typeface="Times New Roman"/>
                <a:ea typeface="Times New Roman"/>
                <a:cs typeface="Times New Roman"/>
                <a:sym typeface="Times New Roman"/>
              </a:rPr>
              <a:t>Project Review - 1</a:t>
            </a:r>
            <a:endParaRPr dirty="0"/>
          </a:p>
          <a:p>
            <a:pPr marL="0" marR="0" lvl="0" indent="0" algn="ctr" rtl="0">
              <a:spcBef>
                <a:spcPts val="0"/>
              </a:spcBef>
              <a:spcAft>
                <a:spcPts val="0"/>
              </a:spcAft>
              <a:buNone/>
            </a:pPr>
            <a:r>
              <a:rPr lang="en-US" sz="2000" b="0" i="0" u="none" strike="noStrike" cap="none" dirty="0">
                <a:solidFill>
                  <a:srgbClr val="00B0F0"/>
                </a:solidFill>
                <a:latin typeface="Times New Roman"/>
                <a:ea typeface="Times New Roman"/>
                <a:cs typeface="Times New Roman"/>
                <a:sym typeface="Times New Roman"/>
              </a:rPr>
              <a:t>Group No.</a:t>
            </a:r>
            <a:r>
              <a:rPr lang="en-US" sz="2000" dirty="0">
                <a:solidFill>
                  <a:srgbClr val="00B0F0"/>
                </a:solidFill>
                <a:latin typeface="Times New Roman"/>
                <a:ea typeface="Times New Roman"/>
                <a:cs typeface="Times New Roman"/>
                <a:sym typeface="Times New Roman"/>
              </a:rPr>
              <a:t>2</a:t>
            </a:r>
            <a:endParaRPr dirty="0"/>
          </a:p>
          <a:p>
            <a:pPr marL="0" marR="0" lvl="0" indent="0" algn="ctr" rtl="0">
              <a:spcBef>
                <a:spcPts val="0"/>
              </a:spcBef>
              <a:spcAft>
                <a:spcPts val="0"/>
              </a:spcAft>
              <a:buNone/>
            </a:pPr>
            <a:r>
              <a:rPr lang="en-US" sz="2800" b="1" i="0" u="none" strike="noStrike" cap="none" dirty="0">
                <a:solidFill>
                  <a:srgbClr val="FF0000"/>
                </a:solidFill>
                <a:latin typeface="Times New Roman"/>
                <a:ea typeface="Times New Roman"/>
                <a:cs typeface="Times New Roman"/>
                <a:sym typeface="Times New Roman"/>
              </a:rPr>
              <a:t>“</a:t>
            </a:r>
            <a:r>
              <a:rPr lang="en-US" sz="2800" b="1" dirty="0">
                <a:solidFill>
                  <a:srgbClr val="FF0000"/>
                </a:solidFill>
                <a:latin typeface="Times New Roman"/>
                <a:ea typeface="Times New Roman"/>
                <a:cs typeface="Times New Roman"/>
                <a:sym typeface="Times New Roman"/>
              </a:rPr>
              <a:t>E-Ration Shop - Digitizing the Public Distribution System</a:t>
            </a:r>
            <a:r>
              <a:rPr lang="en-US" sz="2800" b="1" i="0" u="none" strike="noStrike" cap="none" dirty="0">
                <a:solidFill>
                  <a:srgbClr val="FF0000"/>
                </a:solidFill>
                <a:latin typeface="Times New Roman"/>
                <a:ea typeface="Times New Roman"/>
                <a:cs typeface="Times New Roman"/>
                <a:sym typeface="Times New Roman"/>
              </a:rPr>
              <a:t>”</a:t>
            </a:r>
            <a:endParaRPr sz="1800" b="0" i="0" u="none" strike="noStrike" cap="none" dirty="0">
              <a:solidFill>
                <a:srgbClr val="FF0000"/>
              </a:solidFill>
              <a:latin typeface="Times New Roman"/>
              <a:ea typeface="Times New Roman"/>
              <a:cs typeface="Times New Roman"/>
              <a:sym typeface="Times New Roman"/>
            </a:endParaRPr>
          </a:p>
          <a:p>
            <a:pPr marL="0" marR="0" lvl="0" indent="0" algn="l" rtl="0">
              <a:spcBef>
                <a:spcPts val="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b="1" i="0" u="none" strike="noStrike" cap="none" dirty="0">
                <a:solidFill>
                  <a:srgbClr val="538CD5"/>
                </a:solidFill>
                <a:latin typeface="Times New Roman"/>
                <a:ea typeface="Times New Roman"/>
                <a:cs typeface="Times New Roman"/>
                <a:sym typeface="Times New Roman"/>
              </a:rPr>
              <a:t>Under the Guidance of 			                 Presented by</a:t>
            </a:r>
            <a:endParaRPr dirty="0"/>
          </a:p>
          <a:p>
            <a:r>
              <a:rPr lang="en-US" sz="2000" dirty="0">
                <a:latin typeface="Times New Roman"/>
                <a:ea typeface="Times New Roman"/>
                <a:cs typeface="Times New Roman"/>
                <a:sym typeface="Times New Roman"/>
              </a:rPr>
              <a:t>Prof. S.R. Bhandari                                   </a:t>
            </a:r>
            <a:r>
              <a:rPr lang="en-US" sz="2000" dirty="0" smtClean="0">
                <a:latin typeface="Times New Roman"/>
                <a:ea typeface="Times New Roman"/>
                <a:cs typeface="Times New Roman"/>
                <a:sym typeface="Times New Roman"/>
              </a:rPr>
              <a:t>                      </a:t>
            </a:r>
            <a:r>
              <a:rPr lang="en-US" sz="2000" b="0" i="0" u="none" strike="noStrike" cap="none" dirty="0" smtClean="0">
                <a:solidFill>
                  <a:srgbClr val="000000"/>
                </a:solidFill>
                <a:latin typeface="Times New Roman"/>
                <a:ea typeface="Times New Roman"/>
                <a:cs typeface="Times New Roman"/>
                <a:sym typeface="Times New Roman"/>
              </a:rPr>
              <a:t>1</a:t>
            </a:r>
            <a:r>
              <a:rPr lang="en-US" sz="2000" b="0" i="0" u="none" strike="noStrike" cap="none" dirty="0">
                <a:solidFill>
                  <a:srgbClr val="000000"/>
                </a:solidFill>
                <a:latin typeface="Times New Roman"/>
                <a:ea typeface="Times New Roman"/>
                <a:cs typeface="Times New Roman"/>
                <a:sym typeface="Times New Roman"/>
              </a:rPr>
              <a:t>) Pratik </a:t>
            </a:r>
            <a:r>
              <a:rPr lang="en-US" sz="2000" b="0" i="0" u="none" strike="noStrike" cap="none" dirty="0" err="1" smtClean="0">
                <a:solidFill>
                  <a:srgbClr val="000000"/>
                </a:solidFill>
                <a:latin typeface="Times New Roman"/>
                <a:ea typeface="Times New Roman"/>
                <a:cs typeface="Times New Roman"/>
                <a:sym typeface="Times New Roman"/>
              </a:rPr>
              <a:t>Dahale</a:t>
            </a:r>
            <a:r>
              <a:rPr lang="en-US" sz="2000" dirty="0">
                <a:latin typeface="Times New Roman"/>
                <a:ea typeface="Times New Roman"/>
                <a:cs typeface="Times New Roman"/>
                <a:sym typeface="Times New Roman"/>
              </a:rPr>
              <a:t>				</a:t>
            </a:r>
            <a:r>
              <a:rPr lang="en-US" sz="2000" dirty="0" smtClean="0">
                <a:latin typeface="Times New Roman"/>
                <a:ea typeface="Times New Roman"/>
                <a:cs typeface="Times New Roman"/>
                <a:sym typeface="Times New Roman"/>
              </a:rPr>
              <a:t>                                                            2</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Siddhesh</a:t>
            </a:r>
            <a:r>
              <a:rPr lang="en-US" sz="2000" dirty="0">
                <a:latin typeface="Times New Roman"/>
                <a:ea typeface="Times New Roman"/>
                <a:cs typeface="Times New Roman"/>
                <a:sym typeface="Times New Roman"/>
              </a:rPr>
              <a:t> </a:t>
            </a:r>
            <a:r>
              <a:rPr lang="en-US" sz="2000" dirty="0" err="1" smtClean="0">
                <a:latin typeface="Times New Roman"/>
                <a:ea typeface="Times New Roman"/>
                <a:cs typeface="Times New Roman"/>
                <a:sym typeface="Times New Roman"/>
              </a:rPr>
              <a:t>Lamkhede</a:t>
            </a:r>
            <a:r>
              <a:rPr lang="en-US" sz="2000" dirty="0" smtClean="0">
                <a:latin typeface="Times New Roman"/>
                <a:ea typeface="Times New Roman"/>
                <a:cs typeface="Times New Roman"/>
                <a:sym typeface="Times New Roman"/>
              </a:rPr>
              <a:t>					                               3) Mahesh </a:t>
            </a:r>
            <a:r>
              <a:rPr lang="en-US" sz="2000" dirty="0" err="1" smtClean="0">
                <a:latin typeface="Times New Roman"/>
                <a:ea typeface="Times New Roman"/>
                <a:cs typeface="Times New Roman"/>
                <a:sym typeface="Times New Roman"/>
              </a:rPr>
              <a:t>Shendkar</a:t>
            </a:r>
            <a:r>
              <a:rPr lang="en-US" sz="2000" dirty="0" smtClean="0">
                <a:latin typeface="Times New Roman"/>
                <a:ea typeface="Times New Roman"/>
                <a:cs typeface="Times New Roman"/>
                <a:sym typeface="Times New Roman"/>
              </a:rPr>
              <a:t>							  4) </a:t>
            </a:r>
            <a:r>
              <a:rPr lang="en-US" sz="2000" dirty="0" err="1" smtClean="0">
                <a:latin typeface="Times New Roman"/>
                <a:ea typeface="Times New Roman"/>
                <a:cs typeface="Times New Roman"/>
                <a:sym typeface="Times New Roman"/>
              </a:rPr>
              <a:t>Vrushali</a:t>
            </a:r>
            <a:r>
              <a:rPr lang="en-US" sz="2000" dirty="0" smtClean="0">
                <a:latin typeface="Times New Roman"/>
                <a:ea typeface="Times New Roman"/>
                <a:cs typeface="Times New Roman"/>
                <a:sym typeface="Times New Roman"/>
              </a:rPr>
              <a:t> </a:t>
            </a:r>
            <a:r>
              <a:rPr lang="en-US" sz="2000" dirty="0" err="1" smtClean="0">
                <a:latin typeface="Times New Roman"/>
                <a:ea typeface="Times New Roman"/>
                <a:cs typeface="Times New Roman"/>
                <a:sym typeface="Times New Roman"/>
              </a:rPr>
              <a:t>Rohokale</a:t>
            </a:r>
            <a:endParaRPr sz="2000" dirty="0" smtClean="0">
              <a:latin typeface="Times New Roman"/>
              <a:ea typeface="Times New Roman"/>
              <a:cs typeface="Times New Roman"/>
              <a:sym typeface="Times New Roman"/>
            </a:endParaRPr>
          </a:p>
          <a:p>
            <a:pPr marL="0" marR="0" lvl="0" indent="0" algn="l" rtl="0">
              <a:spcBef>
                <a:spcPts val="0"/>
              </a:spcBef>
              <a:spcAft>
                <a:spcPts val="0"/>
              </a:spcAft>
              <a:buNone/>
            </a:pPr>
            <a:r>
              <a:rPr lang="en-US" sz="1800" b="0" i="0" u="none" strike="noStrike" cap="none" dirty="0">
                <a:solidFill>
                  <a:srgbClr val="000000"/>
                </a:solidFill>
                <a:latin typeface="Times New Roman"/>
                <a:ea typeface="Times New Roman"/>
                <a:cs typeface="Times New Roman"/>
                <a:sym typeface="Times New Roman"/>
              </a:rPr>
              <a: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2"/>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52" name="Google Shape;952;p2"/>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53" name="Google Shape;953;p2"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54" name="Google Shape;954;p2"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55" name="Google Shape;955;p2"/>
          <p:cNvSpPr txBox="1"/>
          <p:nvPr/>
        </p:nvSpPr>
        <p:spPr>
          <a:xfrm>
            <a:off x="574675" y="1072551"/>
            <a:ext cx="8070900" cy="60939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i="0" u="sng" strike="noStrike" cap="none" dirty="0">
                <a:solidFill>
                  <a:srgbClr val="FF0000"/>
                </a:solidFill>
                <a:latin typeface="Times New Roman"/>
                <a:ea typeface="Times New Roman"/>
                <a:cs typeface="Times New Roman"/>
                <a:sym typeface="Times New Roman"/>
              </a:rPr>
              <a:t>CONTENTS</a:t>
            </a:r>
            <a:endParaRPr sz="2800" b="1" i="0" u="sng"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000000"/>
              </a:buClr>
              <a:buSzPts val="2400"/>
              <a:buFont typeface="Arial"/>
              <a:buChar char="•"/>
            </a:pPr>
            <a:r>
              <a:rPr lang="en-US" sz="2400" b="0" i="0" u="none" strike="noStrike" cap="none" dirty="0">
                <a:solidFill>
                  <a:srgbClr val="000000"/>
                </a:solidFill>
                <a:latin typeface="Times New Roman"/>
                <a:ea typeface="Times New Roman"/>
                <a:cs typeface="Times New Roman"/>
                <a:sym typeface="Times New Roman"/>
              </a:rPr>
              <a:t>Introduction</a:t>
            </a:r>
            <a:endParaRPr sz="2400" b="0" i="0" u="none" strike="noStrike" cap="none" dirty="0">
              <a:solidFill>
                <a:srgbClr val="000000"/>
              </a:solidFill>
              <a:latin typeface="Times New Roman"/>
              <a:ea typeface="Times New Roman"/>
              <a:cs typeface="Times New Roman"/>
              <a:sym typeface="Times New Roman"/>
            </a:endParaRPr>
          </a:p>
          <a:p>
            <a:pPr marL="342900" indent="-342900">
              <a:spcBef>
                <a:spcPts val="480"/>
              </a:spcBef>
              <a:buSzPts val="2400"/>
              <a:buFont typeface="Arial"/>
              <a:buChar char="•"/>
            </a:pPr>
            <a:r>
              <a:rPr lang="en-US" sz="2400" dirty="0">
                <a:latin typeface="Times New Roman"/>
                <a:ea typeface="Times New Roman"/>
                <a:cs typeface="Times New Roman"/>
              </a:rPr>
              <a:t>Literature Review</a:t>
            </a:r>
            <a:endParaRPr lang="en-US" sz="2400" dirty="0">
              <a:latin typeface="Times New Roman"/>
              <a:ea typeface="Times New Roman"/>
              <a:cs typeface="Times New Roman"/>
              <a:sym typeface="Times New Roman"/>
            </a:endParaRPr>
          </a:p>
          <a:p>
            <a:pPr marL="342900" marR="0" lvl="0" indent="-342900" algn="l" rtl="0">
              <a:lnSpc>
                <a:spcPct val="100000"/>
              </a:lnSpc>
              <a:spcBef>
                <a:spcPts val="480"/>
              </a:spcBef>
              <a:spcAft>
                <a:spcPts val="0"/>
              </a:spcAft>
              <a:buClr>
                <a:srgbClr val="000000"/>
              </a:buClr>
              <a:buSzPts val="2400"/>
              <a:buFont typeface="Arial"/>
              <a:buChar char="•"/>
            </a:pPr>
            <a:r>
              <a:rPr lang="en-US" sz="2400" b="0" i="0" u="none" strike="noStrike" cap="none" dirty="0">
                <a:solidFill>
                  <a:srgbClr val="000000"/>
                </a:solidFill>
                <a:latin typeface="Times New Roman"/>
                <a:ea typeface="Times New Roman"/>
                <a:cs typeface="Times New Roman"/>
                <a:sym typeface="Times New Roman"/>
              </a:rPr>
              <a:t>Problem Statement</a:t>
            </a:r>
            <a:endParaRPr dirty="0"/>
          </a:p>
          <a:p>
            <a:pPr marL="342900" marR="0" lvl="0" indent="-342900" algn="l" rtl="0">
              <a:lnSpc>
                <a:spcPct val="100000"/>
              </a:lnSpc>
              <a:spcBef>
                <a:spcPts val="480"/>
              </a:spcBef>
              <a:spcAft>
                <a:spcPts val="0"/>
              </a:spcAft>
              <a:buClr>
                <a:srgbClr val="000000"/>
              </a:buClr>
              <a:buSzPts val="2400"/>
              <a:buFont typeface="Arial"/>
              <a:buChar char="•"/>
            </a:pPr>
            <a:r>
              <a:rPr lang="en-US" sz="2400" b="0" i="0" u="none" strike="noStrike" cap="none" dirty="0">
                <a:solidFill>
                  <a:srgbClr val="000000"/>
                </a:solidFill>
                <a:latin typeface="Times New Roman"/>
                <a:ea typeface="Times New Roman"/>
                <a:cs typeface="Times New Roman"/>
                <a:sym typeface="Times New Roman"/>
              </a:rPr>
              <a:t>Objective</a:t>
            </a:r>
            <a:endParaRPr sz="2400" b="0" i="0" u="none" strike="noStrike" cap="none" dirty="0">
              <a:solidFill>
                <a:srgbClr val="000000"/>
              </a:solidFill>
              <a:latin typeface="Times New Roman"/>
              <a:ea typeface="Times New Roman"/>
              <a:cs typeface="Times New Roman"/>
              <a:sym typeface="Times New Roman"/>
            </a:endParaRPr>
          </a:p>
          <a:p>
            <a:pPr marL="342900" indent="-342900">
              <a:spcBef>
                <a:spcPts val="480"/>
              </a:spcBef>
              <a:buSzPts val="2400"/>
              <a:buFont typeface="Arial"/>
              <a:buChar char="•"/>
            </a:pPr>
            <a:r>
              <a:rPr lang="en-US" sz="2400" dirty="0">
                <a:latin typeface="Times New Roman"/>
                <a:ea typeface="Times New Roman"/>
                <a:cs typeface="Times New Roman"/>
                <a:sym typeface="Times New Roman"/>
              </a:rPr>
              <a:t>Block Diagram and description</a:t>
            </a:r>
            <a:endParaRPr sz="2400" b="0" i="0" u="none" strike="noStrike" cap="none" dirty="0">
              <a:solidFill>
                <a:srgbClr val="000000"/>
              </a:solidFill>
              <a:latin typeface="Times New Roman"/>
              <a:ea typeface="Times New Roman"/>
              <a:cs typeface="Times New Roman"/>
              <a:sym typeface="Times New Roman"/>
            </a:endParaRPr>
          </a:p>
          <a:p>
            <a:pPr marL="342900" indent="-342900">
              <a:spcBef>
                <a:spcPts val="480"/>
              </a:spcBef>
              <a:buSzPts val="2400"/>
              <a:buFont typeface="Arial"/>
              <a:buChar char="•"/>
            </a:pPr>
            <a:r>
              <a:rPr lang="en-US" sz="2400" dirty="0">
                <a:latin typeface="Times New Roman"/>
                <a:ea typeface="Times New Roman"/>
                <a:cs typeface="Times New Roman"/>
              </a:rPr>
              <a:t>Result</a:t>
            </a:r>
            <a:endParaRPr lang="en-US" sz="2400" dirty="0">
              <a:latin typeface="Times New Roman"/>
              <a:ea typeface="Times New Roman"/>
              <a:cs typeface="Times New Roman"/>
              <a:sym typeface="Times New Roman"/>
            </a:endParaRPr>
          </a:p>
          <a:p>
            <a:pPr marL="342900" indent="-342900">
              <a:spcBef>
                <a:spcPts val="480"/>
              </a:spcBef>
              <a:buSzPts val="2400"/>
              <a:buFont typeface="Arial"/>
              <a:buChar char="•"/>
            </a:pPr>
            <a:r>
              <a:rPr lang="en-US" sz="2400" dirty="0">
                <a:latin typeface="Times New Roman"/>
                <a:ea typeface="Times New Roman"/>
                <a:cs typeface="Times New Roman"/>
              </a:rPr>
              <a:t>Advantages</a:t>
            </a:r>
            <a:endParaRPr lang="en-US" sz="2400" dirty="0">
              <a:latin typeface="Times New Roman"/>
              <a:ea typeface="Times New Roman"/>
              <a:cs typeface="Times New Roman"/>
              <a:sym typeface="Times New Roman"/>
            </a:endParaRPr>
          </a:p>
          <a:p>
            <a:pPr marL="342900" indent="-342900">
              <a:spcBef>
                <a:spcPts val="480"/>
              </a:spcBef>
              <a:buSzPts val="2400"/>
              <a:buFont typeface="Arial"/>
              <a:buChar char="•"/>
            </a:pPr>
            <a:r>
              <a:rPr lang="en-US" sz="2400" dirty="0">
                <a:latin typeface="Times New Roman"/>
                <a:ea typeface="Times New Roman"/>
                <a:cs typeface="Times New Roman"/>
                <a:sym typeface="Times New Roman"/>
              </a:rPr>
              <a:t>Applications</a:t>
            </a:r>
            <a:endParaRPr lang="en-US" sz="2400" dirty="0">
              <a:latin typeface="Times New Roman"/>
              <a:ea typeface="Times New Roman"/>
              <a:cs typeface="Times New Roman"/>
            </a:endParaRPr>
          </a:p>
          <a:p>
            <a:pPr marL="342900" marR="0" lvl="0" indent="-342900" algn="l" rtl="0">
              <a:lnSpc>
                <a:spcPct val="100000"/>
              </a:lnSpc>
              <a:spcBef>
                <a:spcPts val="480"/>
              </a:spcBef>
              <a:spcAft>
                <a:spcPts val="0"/>
              </a:spcAft>
              <a:buClr>
                <a:srgbClr val="000000"/>
              </a:buClr>
              <a:buSzPts val="2400"/>
              <a:buFont typeface="Arial"/>
              <a:buChar char="•"/>
            </a:pPr>
            <a:r>
              <a:rPr lang="en-US" sz="2400" b="0" i="0" u="none" strike="noStrike" cap="none" dirty="0">
                <a:solidFill>
                  <a:srgbClr val="000000"/>
                </a:solidFill>
                <a:latin typeface="Times New Roman"/>
                <a:ea typeface="Times New Roman"/>
                <a:cs typeface="Times New Roman"/>
                <a:sym typeface="Times New Roman"/>
              </a:rPr>
              <a:t>Software Requirement</a:t>
            </a:r>
            <a:endParaRPr dirty="0"/>
          </a:p>
          <a:p>
            <a:pPr marL="342900" marR="0" lvl="0" indent="-342900" algn="l" rtl="0">
              <a:lnSpc>
                <a:spcPct val="100000"/>
              </a:lnSpc>
              <a:spcBef>
                <a:spcPts val="480"/>
              </a:spcBef>
              <a:spcAft>
                <a:spcPts val="0"/>
              </a:spcAft>
              <a:buClr>
                <a:srgbClr val="000000"/>
              </a:buClr>
              <a:buSzPts val="2400"/>
              <a:buFont typeface="Arial"/>
              <a:buChar char="•"/>
            </a:pPr>
            <a:r>
              <a:rPr lang="en-US" sz="2400" b="0" i="0" u="none" strike="noStrike" cap="none" dirty="0">
                <a:solidFill>
                  <a:srgbClr val="000000"/>
                </a:solidFill>
                <a:latin typeface="Times New Roman"/>
                <a:ea typeface="Times New Roman"/>
                <a:cs typeface="Times New Roman"/>
                <a:sym typeface="Times New Roman"/>
              </a:rPr>
              <a:t>Hardware Requirement</a:t>
            </a:r>
            <a:endParaRPr sz="2400" b="0" i="0" u="none" strike="noStrike" cap="none" dirty="0">
              <a:solidFill>
                <a:srgbClr val="000000"/>
              </a:solidFill>
              <a:latin typeface="Times New Roman"/>
              <a:ea typeface="Times New Roman"/>
              <a:cs typeface="Times New Roman"/>
              <a:sym typeface="Times New Roman"/>
            </a:endParaRPr>
          </a:p>
          <a:p>
            <a:pPr marL="342900" indent="-342900">
              <a:spcBef>
                <a:spcPts val="480"/>
              </a:spcBef>
              <a:buClr>
                <a:schemeClr val="dk1"/>
              </a:buClr>
              <a:buSzPts val="2400"/>
              <a:buFont typeface="Arial"/>
              <a:buChar char="•"/>
            </a:pPr>
            <a:r>
              <a:rPr lang="en-US" sz="2400" dirty="0">
                <a:latin typeface="Times New Roman"/>
                <a:ea typeface="Times New Roman"/>
                <a:cs typeface="Times New Roman"/>
              </a:rPr>
              <a:t>Conclusion</a:t>
            </a:r>
          </a:p>
          <a:p>
            <a:pPr marL="342900" marR="0" lvl="0" indent="-342900" algn="l">
              <a:lnSpc>
                <a:spcPct val="100000"/>
              </a:lnSpc>
              <a:spcBef>
                <a:spcPts val="480"/>
              </a:spcBef>
              <a:spcAft>
                <a:spcPts val="0"/>
              </a:spcAft>
              <a:buClr>
                <a:schemeClr val="dk1"/>
              </a:buClr>
              <a:buSzPts val="2400"/>
              <a:buFont typeface="Arial"/>
              <a:buChar char="•"/>
            </a:pPr>
            <a:r>
              <a:rPr lang="en-US" sz="2400" dirty="0">
                <a:latin typeface="Times New Roman"/>
                <a:ea typeface="Times New Roman"/>
                <a:cs typeface="Times New Roman"/>
              </a:rPr>
              <a:t>References</a:t>
            </a:r>
            <a:endParaRPr lang="en-US" sz="2400" b="0" i="0" u="none" strike="noStrike" cap="none" dirty="0">
              <a:solidFill>
                <a:srgbClr val="000000"/>
              </a:solidFill>
              <a:latin typeface="Times New Roman"/>
              <a:ea typeface="Times New Roman"/>
              <a:cs typeface="Times New Roman"/>
            </a:endParaRPr>
          </a:p>
          <a:p>
            <a:pPr>
              <a:buClr>
                <a:schemeClr val="dk1"/>
              </a:buClr>
              <a:buSzPts val="2400"/>
            </a:pPr>
            <a:endParaRPr lang="en-GB" sz="2400">
              <a:latin typeface="Times New Roman"/>
              <a:ea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3"/>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61" name="Google Shape;961;p3"/>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Times New Roman"/>
                          <a:ea typeface="Times New Roman"/>
                          <a:cs typeface="Times New Roman"/>
                          <a:sym typeface="Times New Roman"/>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Times New Roman"/>
                          <a:ea typeface="Times New Roman"/>
                          <a:cs typeface="Times New Roman"/>
                          <a:sym typeface="Times New Roman"/>
                        </a:rPr>
                        <a:t>Imperial College of Engineering and Research,Wagholi,Pune.</a:t>
                      </a:r>
                      <a:endParaRPr sz="1200" u="none" strike="noStrike" cap="none">
                        <a:latin typeface="Times New Roman"/>
                        <a:ea typeface="Times New Roman"/>
                        <a:cs typeface="Times New Roman"/>
                        <a:sym typeface="Times New Roman"/>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Times New Roman"/>
                          <a:ea typeface="Times New Roman"/>
                          <a:cs typeface="Times New Roman"/>
                          <a:sym typeface="Times New Roman"/>
                        </a:rPr>
                        <a:t>(Approved by AICTE,Delhi &amp; Govt. of Maharashtra, affiliated to Savitribai Phule Pune University)</a:t>
                      </a:r>
                      <a:endParaRPr sz="900" u="none" strike="noStrike" cap="none">
                        <a:latin typeface="Times New Roman"/>
                        <a:ea typeface="Times New Roman"/>
                        <a:cs typeface="Times New Roman"/>
                        <a:sym typeface="Times New Roman"/>
                      </a:endParaRPr>
                    </a:p>
                    <a:p>
                      <a:pPr marL="0" marR="0" lvl="0" indent="0" algn="ctr" rtl="0">
                        <a:lnSpc>
                          <a:spcPct val="115000"/>
                        </a:lnSpc>
                        <a:spcBef>
                          <a:spcPts val="0"/>
                        </a:spcBef>
                        <a:spcAft>
                          <a:spcPts val="0"/>
                        </a:spcAft>
                        <a:buNone/>
                      </a:pPr>
                      <a:r>
                        <a:rPr lang="en-US" sz="1000" u="none" strike="noStrike" cap="none">
                          <a:latin typeface="Times New Roman"/>
                          <a:ea typeface="Times New Roman"/>
                          <a:cs typeface="Times New Roman"/>
                          <a:sym typeface="Times New Roman"/>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Times New Roman"/>
                          <a:ea typeface="Times New Roman"/>
                          <a:cs typeface="Times New Roman"/>
                          <a:sym typeface="Times New Roman"/>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62" name="Google Shape;962;p3"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63" name="Google Shape;963;p3"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64" name="Google Shape;964;p3"/>
          <p:cNvSpPr txBox="1"/>
          <p:nvPr/>
        </p:nvSpPr>
        <p:spPr>
          <a:xfrm>
            <a:off x="196769" y="1272126"/>
            <a:ext cx="8750400" cy="5387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i="0" u="sng" strike="noStrike" cap="none">
                <a:solidFill>
                  <a:srgbClr val="FF0000"/>
                </a:solidFill>
                <a:latin typeface="Times New Roman"/>
                <a:ea typeface="Times New Roman"/>
                <a:cs typeface="Times New Roman"/>
                <a:sym typeface="Times New Roman"/>
              </a:rPr>
              <a:t>INTRODUCTION</a:t>
            </a:r>
            <a:endParaRPr sz="2800" b="1" i="0" u="sng" strike="noStrike" cap="none">
              <a:solidFill>
                <a:srgbClr val="FF0000"/>
              </a:solidFill>
              <a:latin typeface="Times New Roman"/>
              <a:ea typeface="Times New Roman"/>
              <a:cs typeface="Times New Roman"/>
              <a:sym typeface="Times New Roman"/>
            </a:endParaRPr>
          </a:p>
          <a:p>
            <a:pPr marL="0" marR="0" lvl="0" indent="0" algn="just" rtl="0">
              <a:lnSpc>
                <a:spcPct val="150000"/>
              </a:lnSpc>
              <a:spcBef>
                <a:spcPts val="480"/>
              </a:spcBef>
              <a:spcAft>
                <a:spcPts val="0"/>
              </a:spcAft>
              <a:buClr>
                <a:schemeClr val="dk1"/>
              </a:buClr>
              <a:buSzPts val="2400"/>
              <a:buFont typeface="Arial"/>
              <a:buNone/>
            </a:pPr>
            <a:r>
              <a:rPr lang="en-US" sz="2400">
                <a:solidFill>
                  <a:schemeClr val="dk1"/>
                </a:solidFill>
                <a:latin typeface="Times New Roman"/>
                <a:ea typeface="Times New Roman"/>
                <a:cs typeface="Times New Roman"/>
                <a:sym typeface="Times New Roman"/>
              </a:rPr>
              <a:t>The Public Distribution System (PDS) is India’s food security mechanism that provides subsidized food grains to ration card holders through Fair Price Shops (FPS). Despite its reach, the system faces inefficiencies, manual processes, and widespread corruption. The proposed </a:t>
            </a:r>
            <a:r>
              <a:rPr lang="en-US" sz="2400" b="1">
                <a:solidFill>
                  <a:schemeClr val="dk1"/>
                </a:solidFill>
                <a:latin typeface="Times New Roman"/>
                <a:ea typeface="Times New Roman"/>
                <a:cs typeface="Times New Roman"/>
                <a:sym typeface="Times New Roman"/>
              </a:rPr>
              <a:t>e-Ration Shop</a:t>
            </a:r>
            <a:r>
              <a:rPr lang="en-US" sz="2400">
                <a:solidFill>
                  <a:schemeClr val="dk1"/>
                </a:solidFill>
                <a:latin typeface="Times New Roman"/>
                <a:ea typeface="Times New Roman"/>
                <a:cs typeface="Times New Roman"/>
                <a:sym typeface="Times New Roman"/>
              </a:rPr>
              <a:t> is an online platform that enables ration card holders to order items directly from FPSs. The goal is to make the process transparent, efficient, and user-friendly by leveraging digital technology.</a:t>
            </a:r>
            <a:endParaRPr sz="240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5"/>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79" name="Google Shape;979;p5"/>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80" name="Google Shape;980;p5"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81" name="Google Shape;981;p5"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82" name="Google Shape;982;p5"/>
          <p:cNvSpPr txBox="1"/>
          <p:nvPr/>
        </p:nvSpPr>
        <p:spPr>
          <a:xfrm>
            <a:off x="536574" y="981739"/>
            <a:ext cx="8070850" cy="1572185"/>
          </a:xfrm>
          <a:prstGeom prst="rect">
            <a:avLst/>
          </a:prstGeom>
          <a:noFill/>
          <a:ln>
            <a:noFill/>
          </a:ln>
        </p:spPr>
        <p:txBody>
          <a:bodyPr spcFirstLastPara="1" wrap="square" lIns="91425" tIns="45700" rIns="91425" bIns="45700" anchor="t" anchorCtr="0">
            <a:spAutoFit/>
          </a:bodyPr>
          <a:lstStyle/>
          <a:p>
            <a:pPr algn="ctr">
              <a:buClr>
                <a:srgbClr val="FF0000"/>
              </a:buClr>
              <a:buSzPts val="2400"/>
            </a:pPr>
            <a:r>
              <a:rPr lang="en-US" sz="2800" b="1" u="sng" dirty="0">
                <a:solidFill>
                  <a:srgbClr val="FF0000"/>
                </a:solidFill>
                <a:latin typeface="Times New Roman"/>
                <a:ea typeface="Times New Roman"/>
                <a:cs typeface="Times New Roman"/>
                <a:sym typeface="Times New Roman"/>
              </a:rPr>
              <a:t>LITERATURE REVIEW</a:t>
            </a:r>
            <a:endParaRPr lang="en-US" sz="2800" b="1" i="0" u="sng" strike="noStrike" cap="none">
              <a:solidFill>
                <a:srgbClr val="000000"/>
              </a:solidFill>
              <a:latin typeface="Times New Roman"/>
              <a:ea typeface="Times New Roman"/>
              <a:cs typeface="Times New Roman"/>
            </a:endParaRPr>
          </a:p>
          <a:p>
            <a:pPr marL="0" marR="0" lvl="0" indent="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Times New Roman"/>
              <a:buNone/>
            </a:pPr>
            <a:r>
              <a:rPr lang="en-US" sz="1600" b="0" i="0" u="none" strike="noStrike" cap="none" dirty="0">
                <a:solidFill>
                  <a:srgbClr val="000000"/>
                </a:solidFill>
                <a:latin typeface="Times New Roman"/>
                <a:ea typeface="Times New Roman"/>
                <a:cs typeface="Times New Roman"/>
                <a:sym typeface="Times New Roman"/>
              </a:rPr>
              <a:t>	</a:t>
            </a:r>
            <a:endParaRPr sz="2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Times New Roman"/>
              <a:ea typeface="Times New Roman"/>
              <a:cs typeface="Times New Roman"/>
              <a:sym typeface="Times New Roman"/>
            </a:endParaRPr>
          </a:p>
        </p:txBody>
      </p:sp>
      <p:graphicFrame>
        <p:nvGraphicFramePr>
          <p:cNvPr id="983" name="Google Shape;983;p5"/>
          <p:cNvGraphicFramePr/>
          <p:nvPr/>
        </p:nvGraphicFramePr>
        <p:xfrm>
          <a:off x="152399" y="1569720"/>
          <a:ext cx="8839175" cy="5067360"/>
        </p:xfrm>
        <a:graphic>
          <a:graphicData uri="http://schemas.openxmlformats.org/drawingml/2006/table">
            <a:tbl>
              <a:tblPr firstRow="1" bandRow="1">
                <a:noFill/>
                <a:tableStyleId>{09CAA7B2-A04D-46ED-B5DE-FEF1A114C4F6}</a:tableStyleId>
              </a:tblPr>
              <a:tblGrid>
                <a:gridCol w="508725">
                  <a:extLst>
                    <a:ext uri="{9D8B030D-6E8A-4147-A177-3AD203B41FA5}">
                      <a16:colId xmlns:a16="http://schemas.microsoft.com/office/drawing/2014/main" xmlns="" val="20000"/>
                    </a:ext>
                  </a:extLst>
                </a:gridCol>
                <a:gridCol w="1462600">
                  <a:extLst>
                    <a:ext uri="{9D8B030D-6E8A-4147-A177-3AD203B41FA5}">
                      <a16:colId xmlns:a16="http://schemas.microsoft.com/office/drawing/2014/main" xmlns="" val="20001"/>
                    </a:ext>
                  </a:extLst>
                </a:gridCol>
                <a:gridCol w="1523475">
                  <a:extLst>
                    <a:ext uri="{9D8B030D-6E8A-4147-A177-3AD203B41FA5}">
                      <a16:colId xmlns:a16="http://schemas.microsoft.com/office/drawing/2014/main" xmlns="" val="20002"/>
                    </a:ext>
                  </a:extLst>
                </a:gridCol>
                <a:gridCol w="1799425">
                  <a:extLst>
                    <a:ext uri="{9D8B030D-6E8A-4147-A177-3AD203B41FA5}">
                      <a16:colId xmlns:a16="http://schemas.microsoft.com/office/drawing/2014/main" xmlns="" val="20003"/>
                    </a:ext>
                  </a:extLst>
                </a:gridCol>
                <a:gridCol w="3544950">
                  <a:extLst>
                    <a:ext uri="{9D8B030D-6E8A-4147-A177-3AD203B41FA5}">
                      <a16:colId xmlns:a16="http://schemas.microsoft.com/office/drawing/2014/main" xmlns="" val="20004"/>
                    </a:ext>
                  </a:extLst>
                </a:gridCol>
              </a:tblGrid>
              <a:tr h="581400">
                <a:tc>
                  <a:txBody>
                    <a:bodyPr/>
                    <a:lstStyle/>
                    <a:p>
                      <a:pPr marL="0" marR="0" lvl="0" indent="0" algn="ctr" rtl="0">
                        <a:spcBef>
                          <a:spcPts val="0"/>
                        </a:spcBef>
                        <a:spcAft>
                          <a:spcPts val="0"/>
                        </a:spcAft>
                        <a:buNone/>
                      </a:pPr>
                      <a:r>
                        <a:rPr lang="en-US" sz="1800" u="none" strike="noStrike" cap="none" dirty="0" err="1">
                          <a:latin typeface="Times New Roman"/>
                          <a:ea typeface="Times New Roman"/>
                          <a:cs typeface="Times New Roman"/>
                          <a:sym typeface="Times New Roman"/>
                        </a:rPr>
                        <a:t>SR.No</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Title</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Content</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Author name</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xmlns="" val="10000"/>
                  </a:ext>
                </a:extLst>
              </a:tr>
              <a:tr h="2076475">
                <a:tc>
                  <a:txBody>
                    <a:bodyPr/>
                    <a:lstStyle/>
                    <a:p>
                      <a:pPr marL="0" marR="0" lvl="0" indent="0" algn="l" rtl="0">
                        <a:spcBef>
                          <a:spcPts val="0"/>
                        </a:spcBef>
                        <a:spcAft>
                          <a:spcPts val="0"/>
                        </a:spcAft>
                        <a:buNone/>
                      </a:pPr>
                      <a:r>
                        <a:rPr lang="en-US" sz="1800" u="none" strike="noStrike" cap="none">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t>Role of ICT in Public Distribution System</a:t>
                      </a:r>
                      <a:endParaRPr dirty="0"/>
                    </a:p>
                  </a:txBody>
                  <a:tcPr marL="91450" marR="91450" marT="45725" marB="45725"/>
                </a:tc>
                <a:tc>
                  <a:txBody>
                    <a:bodyPr/>
                    <a:lstStyle/>
                    <a:p>
                      <a:pPr marL="0" lvl="0" indent="0" algn="l" rtl="0">
                        <a:spcBef>
                          <a:spcPts val="0"/>
                        </a:spcBef>
                        <a:spcAft>
                          <a:spcPts val="0"/>
                        </a:spcAft>
                        <a:buNone/>
                      </a:pPr>
                      <a:r>
                        <a:rPr lang="en-US" dirty="0"/>
                        <a:t>Explains the impact of digital tools like biometric authentication, SMS alerts, and online tracking in improving PDS delivery.</a:t>
                      </a:r>
                      <a:endParaRPr dirty="0"/>
                    </a:p>
                  </a:txBody>
                  <a:tcPr marL="91450" marR="91450" marT="45725" marB="45725"/>
                </a:tc>
                <a:tc>
                  <a:txBody>
                    <a:bodyPr/>
                    <a:lstStyle/>
                    <a:p>
                      <a:pPr marL="0" lvl="0" indent="0" algn="l" rtl="0">
                        <a:spcBef>
                          <a:spcPts val="0"/>
                        </a:spcBef>
                        <a:spcAft>
                          <a:spcPts val="0"/>
                        </a:spcAft>
                        <a:buNone/>
                      </a:pPr>
                      <a:r>
                        <a:rPr lang="en-US" dirty="0"/>
                        <a:t>Dr. R. </a:t>
                      </a:r>
                      <a:r>
                        <a:rPr lang="en-US" dirty="0" err="1"/>
                        <a:t>Meenakshi</a:t>
                      </a:r>
                      <a:endParaRPr dirty="0"/>
                    </a:p>
                  </a:txBody>
                  <a:tcPr marL="91450" marR="91450" marT="45725" marB="45725"/>
                </a:tc>
                <a:tc>
                  <a:txBody>
                    <a:bodyPr/>
                    <a:lstStyle/>
                    <a:p>
                      <a:pPr marL="0" lvl="0" indent="0" algn="l" rtl="0">
                        <a:spcBef>
                          <a:spcPts val="0"/>
                        </a:spcBef>
                        <a:spcAft>
                          <a:spcPts val="0"/>
                        </a:spcAft>
                        <a:buNone/>
                      </a:pPr>
                      <a:r>
                        <a:rPr lang="en-US" dirty="0"/>
                        <a:t>Highlights the positive effects of digitization in reducing corruption and improving transparency.</a:t>
                      </a:r>
                      <a:endParaRPr dirty="0"/>
                    </a:p>
                  </a:txBody>
                  <a:tcPr marL="91450" marR="91450" marT="45725" marB="45725"/>
                </a:tc>
                <a:extLst>
                  <a:ext uri="{0D108BD9-81ED-4DB2-BD59-A6C34878D82A}">
                    <a16:rowId xmlns:a16="http://schemas.microsoft.com/office/drawing/2014/main" xmlns="" val="10001"/>
                  </a:ext>
                </a:extLst>
              </a:tr>
              <a:tr h="2076475">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2. </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t>Smart Ration Card Using </a:t>
                      </a:r>
                      <a:r>
                        <a:rPr lang="en-US" dirty="0" err="1"/>
                        <a:t>IoT</a:t>
                      </a:r>
                      <a:r>
                        <a:rPr lang="en-US" dirty="0"/>
                        <a:t> and AI</a:t>
                      </a:r>
                      <a:endParaRPr dirty="0"/>
                    </a:p>
                  </a:txBody>
                  <a:tcPr marL="91450" marR="91450" marT="45725" marB="45725"/>
                </a:tc>
                <a:tc>
                  <a:txBody>
                    <a:bodyPr/>
                    <a:lstStyle/>
                    <a:p>
                      <a:pPr marL="0" lvl="0" indent="0" algn="l" rtl="0">
                        <a:spcBef>
                          <a:spcPts val="0"/>
                        </a:spcBef>
                        <a:spcAft>
                          <a:spcPts val="0"/>
                        </a:spcAft>
                        <a:buNone/>
                      </a:pPr>
                      <a:r>
                        <a:rPr lang="en-US" dirty="0"/>
                        <a:t>Describes how smart ration cards linked with biometrics and AI-based monitoring can reduce manual errors.</a:t>
                      </a:r>
                      <a:endParaRPr dirty="0"/>
                    </a:p>
                  </a:txBody>
                  <a:tcPr marL="91450" marR="91450" marT="45725" marB="45725"/>
                </a:tc>
                <a:tc>
                  <a:txBody>
                    <a:bodyPr/>
                    <a:lstStyle/>
                    <a:p>
                      <a:pPr marL="0" lvl="0" indent="0" algn="l" rtl="0">
                        <a:spcBef>
                          <a:spcPts val="0"/>
                        </a:spcBef>
                        <a:spcAft>
                          <a:spcPts val="0"/>
                        </a:spcAft>
                        <a:buNone/>
                      </a:pPr>
                      <a:r>
                        <a:rPr lang="en-US" dirty="0" err="1"/>
                        <a:t>Priya</a:t>
                      </a:r>
                      <a:r>
                        <a:rPr lang="en-US" dirty="0"/>
                        <a:t> Sharma et al.</a:t>
                      </a:r>
                      <a:endParaRPr dirty="0"/>
                    </a:p>
                  </a:txBody>
                  <a:tcPr marL="91450" marR="91450" marT="45725" marB="45725"/>
                </a:tc>
                <a:tc>
                  <a:txBody>
                    <a:bodyPr/>
                    <a:lstStyle/>
                    <a:p>
                      <a:pPr marL="0" lvl="0" indent="0" algn="l" rtl="0">
                        <a:spcBef>
                          <a:spcPts val="0"/>
                        </a:spcBef>
                        <a:spcAft>
                          <a:spcPts val="0"/>
                        </a:spcAft>
                        <a:buNone/>
                      </a:pPr>
                      <a:r>
                        <a:rPr lang="en-US" dirty="0"/>
                        <a:t>Proposes a smart, automated, and tamper-proof ration delivery system.</a:t>
                      </a:r>
                      <a:endParaRPr dirty="0"/>
                    </a:p>
                  </a:txBody>
                  <a:tcPr marL="91450" marR="91450" marT="45725" marB="45725"/>
                </a:tc>
                <a:extLst>
                  <a:ext uri="{0D108BD9-81ED-4DB2-BD59-A6C34878D82A}">
                    <a16:rowId xmlns:a16="http://schemas.microsoft.com/office/drawing/2014/main" xmlns=""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6"/>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89" name="Google Shape;989;p6"/>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90" name="Google Shape;990;p6"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91" name="Google Shape;991;p6"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92" name="Google Shape;992;p6"/>
          <p:cNvSpPr txBox="1"/>
          <p:nvPr/>
        </p:nvSpPr>
        <p:spPr>
          <a:xfrm>
            <a:off x="532145" y="1080977"/>
            <a:ext cx="8070850" cy="1941517"/>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ea typeface="Times New Roman"/>
                <a:cs typeface="Times New Roman"/>
                <a:sym typeface="Times New Roman"/>
              </a:rPr>
              <a:t>LITERATURE REVIEW</a:t>
            </a:r>
            <a:endParaRPr lang="en-US" sz="2800" dirty="0">
              <a:latin typeface="Times New Roman"/>
              <a:ea typeface="Times New Roman"/>
              <a:cs typeface="Times New Roman"/>
            </a:endParaRPr>
          </a:p>
          <a:p>
            <a:pPr marL="0" marR="0" lvl="0" indent="0" algn="ctr">
              <a:lnSpc>
                <a:spcPct val="100000"/>
              </a:lnSpc>
              <a:spcBef>
                <a:spcPts val="0"/>
              </a:spcBef>
              <a:spcAft>
                <a:spcPts val="0"/>
              </a:spcAft>
              <a:buSzPts val="2400"/>
              <a:buFont typeface="Arial"/>
              <a:buNone/>
            </a:pPr>
            <a:endParaRPr lang="en-US" sz="2400" b="1" i="0" strike="noStrike" cap="none" dirty="0">
              <a:solidFill>
                <a:srgbClr val="FF0000"/>
              </a:solidFill>
              <a:latin typeface="Times New Roman"/>
              <a:ea typeface="Times New Roman"/>
              <a:cs typeface="Times New Roman"/>
            </a:endParaRPr>
          </a:p>
          <a:p>
            <a:pPr marL="0" marR="0" lvl="0" indent="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Times New Roman"/>
              <a:buNone/>
            </a:pPr>
            <a:r>
              <a:rPr lang="en-US" sz="1600" b="0" i="0" u="none" strike="noStrike" cap="none" dirty="0">
                <a:solidFill>
                  <a:srgbClr val="000000"/>
                </a:solidFill>
                <a:latin typeface="Times New Roman"/>
                <a:ea typeface="Times New Roman"/>
                <a:cs typeface="Times New Roman"/>
                <a:sym typeface="Times New Roman"/>
              </a:rPr>
              <a:t>	</a:t>
            </a:r>
            <a:endParaRPr sz="2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Times New Roman"/>
              <a:ea typeface="Times New Roman"/>
              <a:cs typeface="Times New Roman"/>
              <a:sym typeface="Times New Roman"/>
            </a:endParaRPr>
          </a:p>
        </p:txBody>
      </p:sp>
      <p:graphicFrame>
        <p:nvGraphicFramePr>
          <p:cNvPr id="993" name="Google Shape;993;p6"/>
          <p:cNvGraphicFramePr/>
          <p:nvPr>
            <p:extLst>
              <p:ext uri="{D42A27DB-BD31-4B8C-83A1-F6EECF244321}">
                <p14:modId xmlns:p14="http://schemas.microsoft.com/office/powerpoint/2010/main" val="696344260"/>
              </p:ext>
            </p:extLst>
          </p:nvPr>
        </p:nvGraphicFramePr>
        <p:xfrm>
          <a:off x="152400" y="1676399"/>
          <a:ext cx="8839225" cy="4958236"/>
        </p:xfrm>
        <a:graphic>
          <a:graphicData uri="http://schemas.openxmlformats.org/drawingml/2006/table">
            <a:tbl>
              <a:tblPr firstRow="1" bandRow="1">
                <a:noFill/>
                <a:tableStyleId>{09CAA7B2-A04D-46ED-B5DE-FEF1A114C4F6}</a:tableStyleId>
              </a:tblPr>
              <a:tblGrid>
                <a:gridCol w="570275">
                  <a:extLst>
                    <a:ext uri="{9D8B030D-6E8A-4147-A177-3AD203B41FA5}">
                      <a16:colId xmlns:a16="http://schemas.microsoft.com/office/drawing/2014/main" xmlns="" val="20000"/>
                    </a:ext>
                  </a:extLst>
                </a:gridCol>
                <a:gridCol w="1265150">
                  <a:extLst>
                    <a:ext uri="{9D8B030D-6E8A-4147-A177-3AD203B41FA5}">
                      <a16:colId xmlns:a16="http://schemas.microsoft.com/office/drawing/2014/main" xmlns="" val="20001"/>
                    </a:ext>
                  </a:extLst>
                </a:gridCol>
                <a:gridCol w="1471000">
                  <a:extLst>
                    <a:ext uri="{9D8B030D-6E8A-4147-A177-3AD203B41FA5}">
                      <a16:colId xmlns:a16="http://schemas.microsoft.com/office/drawing/2014/main" xmlns="" val="20002"/>
                    </a:ext>
                  </a:extLst>
                </a:gridCol>
                <a:gridCol w="1679725">
                  <a:extLst>
                    <a:ext uri="{9D8B030D-6E8A-4147-A177-3AD203B41FA5}">
                      <a16:colId xmlns:a16="http://schemas.microsoft.com/office/drawing/2014/main" xmlns="" val="20003"/>
                    </a:ext>
                  </a:extLst>
                </a:gridCol>
                <a:gridCol w="3853075">
                  <a:extLst>
                    <a:ext uri="{9D8B030D-6E8A-4147-A177-3AD203B41FA5}">
                      <a16:colId xmlns:a16="http://schemas.microsoft.com/office/drawing/2014/main" xmlns="" val="20004"/>
                    </a:ext>
                  </a:extLst>
                </a:gridCol>
              </a:tblGrid>
              <a:tr h="1061814">
                <a:tc>
                  <a:txBody>
                    <a:bodyPr/>
                    <a:lstStyle/>
                    <a:p>
                      <a:pPr marL="0" marR="0" lvl="0" indent="0" algn="ctr" rtl="0">
                        <a:spcBef>
                          <a:spcPts val="0"/>
                        </a:spcBef>
                        <a:spcAft>
                          <a:spcPts val="0"/>
                        </a:spcAft>
                        <a:buNone/>
                      </a:pPr>
                      <a:r>
                        <a:rPr lang="en-US" sz="1800" u="none" strike="noStrike" cap="none" dirty="0" err="1">
                          <a:latin typeface="Times New Roman"/>
                          <a:ea typeface="Times New Roman"/>
                          <a:cs typeface="Times New Roman"/>
                          <a:sym typeface="Times New Roman"/>
                        </a:rPr>
                        <a:t>SR.No</a:t>
                      </a:r>
                      <a:endParaRPr sz="1800" u="none" strike="noStrike" cap="none"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Title</a:t>
                      </a:r>
                      <a:endParaRPr sz="1800" u="none" strike="noStrike" cap="none">
                        <a:latin typeface="Times New Roman"/>
                        <a:ea typeface="Times New Roman"/>
                        <a:cs typeface="Times New Roman"/>
                        <a:sym typeface="Times New Roman"/>
                      </a:endParaRPr>
                    </a:p>
                    <a:p>
                      <a:pPr marL="0" marR="0" lvl="0" indent="0" algn="ctr" rtl="0">
                        <a:spcBef>
                          <a:spcPts val="0"/>
                        </a:spcBef>
                        <a:spcAft>
                          <a:spcPts val="0"/>
                        </a:spcAft>
                        <a:buNone/>
                      </a:pP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Content</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Author name</a:t>
                      </a:r>
                      <a:endParaRPr sz="1800" u="none" strike="noStrike" cap="none">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xmlns="" val="10000"/>
                  </a:ext>
                </a:extLst>
              </a:tr>
              <a:tr h="1884732">
                <a:tc>
                  <a:txBody>
                    <a:bodyPr/>
                    <a:lstStyle/>
                    <a:p>
                      <a:pPr marL="0" marR="0" lvl="0" indent="0" algn="l" rtl="0">
                        <a:spcBef>
                          <a:spcPts val="0"/>
                        </a:spcBef>
                        <a:spcAft>
                          <a:spcPts val="0"/>
                        </a:spcAft>
                        <a:buNone/>
                      </a:pPr>
                      <a:r>
                        <a:rPr lang="en-US" sz="1800" u="none" strike="noStrike" cap="none">
                          <a:latin typeface="Times New Roman"/>
                          <a:ea typeface="Times New Roman"/>
                          <a:cs typeface="Times New Roman"/>
                          <a:sym typeface="Times New Roman"/>
                        </a:rPr>
                        <a:t>3.</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t>Automation in Fair Price Shops</a:t>
                      </a:r>
                      <a:endParaRPr dirty="0"/>
                    </a:p>
                  </a:txBody>
                  <a:tcPr marL="91450" marR="91450" marT="45725" marB="45725"/>
                </a:tc>
                <a:tc>
                  <a:txBody>
                    <a:bodyPr/>
                    <a:lstStyle/>
                    <a:p>
                      <a:pPr marL="0" lvl="0" indent="0" algn="l" rtl="0">
                        <a:spcBef>
                          <a:spcPts val="0"/>
                        </a:spcBef>
                        <a:spcAft>
                          <a:spcPts val="0"/>
                        </a:spcAft>
                        <a:buNone/>
                      </a:pPr>
                      <a:r>
                        <a:rPr lang="en-US" dirty="0"/>
                        <a:t>Focuses on automating Fair Price Shops using touch screens, fingerprint devices, and </a:t>
                      </a:r>
                      <a:r>
                        <a:rPr lang="en-US" dirty="0" err="1"/>
                        <a:t>ePOS</a:t>
                      </a:r>
                      <a:r>
                        <a:rPr lang="en-US" dirty="0"/>
                        <a:t> machines.</a:t>
                      </a:r>
                      <a:endParaRPr dirty="0"/>
                    </a:p>
                  </a:txBody>
                  <a:tcPr marL="91450" marR="91450" marT="45725" marB="45725"/>
                </a:tc>
                <a:tc>
                  <a:txBody>
                    <a:bodyPr/>
                    <a:lstStyle/>
                    <a:p>
                      <a:pPr marL="0" lvl="0" indent="0" algn="l" rtl="0">
                        <a:spcBef>
                          <a:spcPts val="0"/>
                        </a:spcBef>
                        <a:spcAft>
                          <a:spcPts val="0"/>
                        </a:spcAft>
                        <a:buNone/>
                      </a:pPr>
                      <a:r>
                        <a:rPr lang="en-US" dirty="0"/>
                        <a:t>K. </a:t>
                      </a:r>
                      <a:r>
                        <a:rPr lang="en-US" dirty="0" err="1"/>
                        <a:t>Rajkumar</a:t>
                      </a:r>
                      <a:r>
                        <a:rPr lang="en-US" dirty="0"/>
                        <a:t> &amp; D. </a:t>
                      </a:r>
                      <a:r>
                        <a:rPr lang="en-US" dirty="0" err="1"/>
                        <a:t>Karthikeyan</a:t>
                      </a:r>
                      <a:endParaRPr dirty="0"/>
                    </a:p>
                  </a:txBody>
                  <a:tcPr marL="91450" marR="91450" marT="45725" marB="45725"/>
                </a:tc>
                <a:tc>
                  <a:txBody>
                    <a:bodyPr/>
                    <a:lstStyle/>
                    <a:p>
                      <a:pPr marL="0" lvl="0" indent="0" algn="l" rtl="0">
                        <a:spcBef>
                          <a:spcPts val="0"/>
                        </a:spcBef>
                        <a:spcAft>
                          <a:spcPts val="0"/>
                        </a:spcAft>
                        <a:buNone/>
                      </a:pPr>
                      <a:r>
                        <a:rPr lang="en-US" dirty="0"/>
                        <a:t>Demonstrates the efficiency of automation in reducing pilferage and human dependency.</a:t>
                      </a:r>
                      <a:endParaRPr dirty="0"/>
                    </a:p>
                  </a:txBody>
                  <a:tcPr marL="91450" marR="91450" marT="45725" marB="45725"/>
                </a:tc>
                <a:extLst>
                  <a:ext uri="{0D108BD9-81ED-4DB2-BD59-A6C34878D82A}">
                    <a16:rowId xmlns:a16="http://schemas.microsoft.com/office/drawing/2014/main" xmlns="" val="10001"/>
                  </a:ext>
                </a:extLst>
              </a:tr>
              <a:tr h="1884732">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4.</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t>Digital India and PDS Reforms</a:t>
                      </a:r>
                      <a:endParaRPr dirty="0"/>
                    </a:p>
                  </a:txBody>
                  <a:tcPr marL="91450" marR="91450" marT="45725" marB="45725"/>
                </a:tc>
                <a:tc>
                  <a:txBody>
                    <a:bodyPr/>
                    <a:lstStyle/>
                    <a:p>
                      <a:pPr marL="0" lvl="0" indent="0" algn="l" rtl="0">
                        <a:spcBef>
                          <a:spcPts val="0"/>
                        </a:spcBef>
                        <a:spcAft>
                          <a:spcPts val="0"/>
                        </a:spcAft>
                        <a:buNone/>
                      </a:pPr>
                      <a:r>
                        <a:rPr lang="en-US" dirty="0"/>
                        <a:t>Studies how Digital India initiatives can revolutionize the public distribution system using </a:t>
                      </a:r>
                      <a:r>
                        <a:rPr lang="en-US" dirty="0" err="1"/>
                        <a:t>Aadhaar</a:t>
                      </a:r>
                      <a:r>
                        <a:rPr lang="en-US" dirty="0"/>
                        <a:t> and DBT.</a:t>
                      </a:r>
                      <a:endParaRPr dirty="0"/>
                    </a:p>
                  </a:txBody>
                  <a:tcPr marL="91450" marR="91450" marT="45725" marB="45725"/>
                </a:tc>
                <a:tc>
                  <a:txBody>
                    <a:bodyPr/>
                    <a:lstStyle/>
                    <a:p>
                      <a:pPr marL="0" lvl="0" indent="0" algn="l" rtl="0">
                        <a:spcBef>
                          <a:spcPts val="0"/>
                        </a:spcBef>
                        <a:spcAft>
                          <a:spcPts val="0"/>
                        </a:spcAft>
                        <a:buNone/>
                      </a:pPr>
                      <a:r>
                        <a:rPr lang="en-US" dirty="0"/>
                        <a:t>NITI </a:t>
                      </a:r>
                      <a:r>
                        <a:rPr lang="en-US" dirty="0" err="1"/>
                        <a:t>Aayog</a:t>
                      </a:r>
                      <a:r>
                        <a:rPr lang="en-US" dirty="0"/>
                        <a:t> Report</a:t>
                      </a:r>
                      <a:endParaRPr dirty="0"/>
                    </a:p>
                  </a:txBody>
                  <a:tcPr marL="91450" marR="91450" marT="45725" marB="45725"/>
                </a:tc>
                <a:tc>
                  <a:txBody>
                    <a:bodyPr/>
                    <a:lstStyle/>
                    <a:p>
                      <a:pPr marL="0" lvl="0" indent="0" algn="l" rtl="0">
                        <a:spcBef>
                          <a:spcPts val="0"/>
                        </a:spcBef>
                        <a:spcAft>
                          <a:spcPts val="0"/>
                        </a:spcAft>
                        <a:buNone/>
                      </a:pPr>
                      <a:r>
                        <a:rPr lang="en-US" dirty="0"/>
                        <a:t>Highlights the scope of nationwide digital infrastructure in strengthening PDS.</a:t>
                      </a:r>
                      <a:endParaRPr dirty="0"/>
                    </a:p>
                  </a:txBody>
                  <a:tcPr marL="91450" marR="91450" marT="45725" marB="45725"/>
                </a:tc>
                <a:extLst>
                  <a:ext uri="{0D108BD9-81ED-4DB2-BD59-A6C34878D82A}">
                    <a16:rowId xmlns:a16="http://schemas.microsoft.com/office/drawing/2014/main" xmlns=""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p7"/>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99" name="Google Shape;999;p7"/>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a:latin typeface="Cambria"/>
                          <a:ea typeface="Cambria"/>
                          <a:cs typeface="Cambria"/>
                          <a:sym typeface="Cambria"/>
                        </a:rPr>
                        <a:t>Imperial College of Engineering and Research,Wagholi,Pune.</a:t>
                      </a:r>
                      <a:endParaRPr sz="1200">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a:latin typeface="Cambria"/>
                          <a:ea typeface="Cambria"/>
                          <a:cs typeface="Cambria"/>
                          <a:sym typeface="Cambria"/>
                        </a:rPr>
                        <a:t>(Approved by AICTE,Delhi &amp; Govt. of Maharashtra, affiliated to Savitribai Phule Pune University)</a:t>
                      </a:r>
                      <a:endParaRPr sz="900">
                        <a:latin typeface="Cambria"/>
                        <a:ea typeface="Cambria"/>
                        <a:cs typeface="Cambria"/>
                        <a:sym typeface="Cambria"/>
                      </a:endParaRPr>
                    </a:p>
                    <a:p>
                      <a:pPr marL="0" marR="0" lvl="0" indent="0" algn="ctr" rtl="0">
                        <a:lnSpc>
                          <a:spcPct val="115000"/>
                        </a:lnSpc>
                        <a:spcBef>
                          <a:spcPts val="0"/>
                        </a:spcBef>
                        <a:spcAft>
                          <a:spcPts val="0"/>
                        </a:spcAft>
                        <a:buNone/>
                      </a:pPr>
                      <a:r>
                        <a:rPr lang="en-US" sz="1000">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00" name="Google Shape;1000;p7"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01" name="Google Shape;1001;p7"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02" name="Google Shape;1002;p7"/>
          <p:cNvSpPr txBox="1"/>
          <p:nvPr/>
        </p:nvSpPr>
        <p:spPr>
          <a:xfrm>
            <a:off x="574675" y="1080977"/>
            <a:ext cx="8070850" cy="1941517"/>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ea typeface="Times New Roman"/>
                <a:cs typeface="Times New Roman"/>
                <a:sym typeface="Times New Roman"/>
              </a:rPr>
              <a:t>LITERATURE REVIEW</a:t>
            </a:r>
            <a:endParaRPr lang="en-US" sz="2800" dirty="0">
              <a:latin typeface="Times New Roman"/>
              <a:ea typeface="Times New Roman"/>
              <a:cs typeface="Times New Roman"/>
            </a:endParaRPr>
          </a:p>
          <a:p>
            <a:pPr marL="0" marR="0" lvl="0" indent="0" algn="ctr">
              <a:lnSpc>
                <a:spcPct val="100000"/>
              </a:lnSpc>
              <a:spcBef>
                <a:spcPts val="0"/>
              </a:spcBef>
              <a:spcAft>
                <a:spcPts val="0"/>
              </a:spcAft>
              <a:buSzPts val="2400"/>
              <a:buFont typeface="Arial"/>
              <a:buNone/>
            </a:pPr>
            <a:endParaRPr lang="en-US" sz="2400" b="1" i="0" strike="noStrike" cap="none" dirty="0">
              <a:solidFill>
                <a:srgbClr val="FF0000"/>
              </a:solidFill>
              <a:latin typeface="Times New Roman"/>
              <a:ea typeface="Times New Roman"/>
              <a:cs typeface="Times New Roman"/>
            </a:endParaRPr>
          </a:p>
          <a:p>
            <a:pPr marL="0" marR="0" lvl="0" indent="0" algn="l" rtl="0">
              <a:lnSpc>
                <a:spcPct val="100000"/>
              </a:lnSpc>
              <a:spcBef>
                <a:spcPts val="48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Times New Roman"/>
              <a:buNone/>
            </a:pPr>
            <a:r>
              <a:rPr lang="en-US" sz="1600" b="0" i="0" u="none" strike="noStrike" cap="none" dirty="0">
                <a:solidFill>
                  <a:srgbClr val="000000"/>
                </a:solidFill>
                <a:latin typeface="Times New Roman"/>
                <a:ea typeface="Times New Roman"/>
                <a:cs typeface="Times New Roman"/>
                <a:sym typeface="Times New Roman"/>
              </a:rPr>
              <a:t>	</a:t>
            </a:r>
            <a:endParaRPr sz="2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rgbClr val="000000"/>
              </a:solidFill>
              <a:latin typeface="Times New Roman"/>
              <a:ea typeface="Times New Roman"/>
              <a:cs typeface="Times New Roman"/>
              <a:sym typeface="Times New Roman"/>
            </a:endParaRPr>
          </a:p>
        </p:txBody>
      </p:sp>
      <p:graphicFrame>
        <p:nvGraphicFramePr>
          <p:cNvPr id="1003" name="Google Shape;1003;p7"/>
          <p:cNvGraphicFramePr/>
          <p:nvPr>
            <p:extLst>
              <p:ext uri="{D42A27DB-BD31-4B8C-83A1-F6EECF244321}">
                <p14:modId xmlns:p14="http://schemas.microsoft.com/office/powerpoint/2010/main" val="1458231912"/>
              </p:ext>
            </p:extLst>
          </p:nvPr>
        </p:nvGraphicFramePr>
        <p:xfrm>
          <a:off x="239233" y="1717547"/>
          <a:ext cx="8839200" cy="4629399"/>
        </p:xfrm>
        <a:graphic>
          <a:graphicData uri="http://schemas.openxmlformats.org/drawingml/2006/table">
            <a:tbl>
              <a:tblPr firstRow="1" bandRow="1">
                <a:noFill/>
                <a:tableStyleId>{09CAA7B2-A04D-46ED-B5DE-FEF1A114C4F6}</a:tableStyleId>
              </a:tblPr>
              <a:tblGrid>
                <a:gridCol w="570275">
                  <a:extLst>
                    <a:ext uri="{9D8B030D-6E8A-4147-A177-3AD203B41FA5}">
                      <a16:colId xmlns:a16="http://schemas.microsoft.com/office/drawing/2014/main" xmlns="" val="20000"/>
                    </a:ext>
                  </a:extLst>
                </a:gridCol>
                <a:gridCol w="1314850">
                  <a:extLst>
                    <a:ext uri="{9D8B030D-6E8A-4147-A177-3AD203B41FA5}">
                      <a16:colId xmlns:a16="http://schemas.microsoft.com/office/drawing/2014/main" xmlns="" val="20001"/>
                    </a:ext>
                  </a:extLst>
                </a:gridCol>
                <a:gridCol w="1689650">
                  <a:extLst>
                    <a:ext uri="{9D8B030D-6E8A-4147-A177-3AD203B41FA5}">
                      <a16:colId xmlns:a16="http://schemas.microsoft.com/office/drawing/2014/main" xmlns="" val="20002"/>
                    </a:ext>
                  </a:extLst>
                </a:gridCol>
                <a:gridCol w="1411350">
                  <a:extLst>
                    <a:ext uri="{9D8B030D-6E8A-4147-A177-3AD203B41FA5}">
                      <a16:colId xmlns:a16="http://schemas.microsoft.com/office/drawing/2014/main" xmlns="" val="20003"/>
                    </a:ext>
                  </a:extLst>
                </a:gridCol>
                <a:gridCol w="3853075">
                  <a:extLst>
                    <a:ext uri="{9D8B030D-6E8A-4147-A177-3AD203B41FA5}">
                      <a16:colId xmlns:a16="http://schemas.microsoft.com/office/drawing/2014/main" xmlns="" val="20004"/>
                    </a:ext>
                  </a:extLst>
                </a:gridCol>
              </a:tblGrid>
              <a:tr h="1017445">
                <a:tc>
                  <a:txBody>
                    <a:bodyPr/>
                    <a:lstStyle/>
                    <a:p>
                      <a:pPr marL="0" marR="0" lvl="0" indent="0" algn="ctr" rtl="0">
                        <a:spcBef>
                          <a:spcPts val="0"/>
                        </a:spcBef>
                        <a:spcAft>
                          <a:spcPts val="0"/>
                        </a:spcAft>
                        <a:buNone/>
                      </a:pPr>
                      <a:r>
                        <a:rPr lang="en-US" sz="1800" dirty="0" err="1">
                          <a:latin typeface="Times New Roman"/>
                          <a:ea typeface="Times New Roman"/>
                          <a:cs typeface="Times New Roman"/>
                          <a:sym typeface="Times New Roman"/>
                        </a:rPr>
                        <a:t>SR.No</a:t>
                      </a:r>
                      <a:endParaRPr sz="1800" dirty="0">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Title</a:t>
                      </a:r>
                      <a:endParaRPr sz="1800">
                        <a:latin typeface="Times New Roman"/>
                        <a:ea typeface="Times New Roman"/>
                        <a:cs typeface="Times New Roman"/>
                        <a:sym typeface="Times New Roman"/>
                      </a:endParaRPr>
                    </a:p>
                    <a:p>
                      <a:pPr marL="0" marR="0" lvl="0" indent="0" algn="ctr" rtl="0">
                        <a:spcBef>
                          <a:spcPts val="0"/>
                        </a:spcBef>
                        <a:spcAft>
                          <a:spcPts val="0"/>
                        </a:spcAft>
                        <a:buNone/>
                      </a:pPr>
                      <a:endParaRPr sz="18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a:latin typeface="Times New Roman"/>
                          <a:ea typeface="Times New Roman"/>
                          <a:cs typeface="Times New Roman"/>
                          <a:sym typeface="Times New Roman"/>
                        </a:rPr>
                        <a:t>Content</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a:latin typeface="Times New Roman"/>
                          <a:ea typeface="Times New Roman"/>
                          <a:cs typeface="Times New Roman"/>
                          <a:sym typeface="Times New Roman"/>
                        </a:rPr>
                        <a:t>Author name</a:t>
                      </a:r>
                      <a:endParaRPr sz="1800">
                        <a:latin typeface="Times New Roman"/>
                        <a:ea typeface="Times New Roman"/>
                        <a:cs typeface="Times New Roman"/>
                        <a:sym typeface="Times New Roman"/>
                      </a:endParaRPr>
                    </a:p>
                  </a:txBody>
                  <a:tcPr marL="91450" marR="91450" marT="45725" marB="45725"/>
                </a:tc>
                <a:tc>
                  <a:txBody>
                    <a:bodyPr/>
                    <a:lstStyle/>
                    <a:p>
                      <a:pPr marL="0" marR="0" lvl="0" indent="0" algn="ctr" rtl="0">
                        <a:spcBef>
                          <a:spcPts val="0"/>
                        </a:spcBef>
                        <a:spcAft>
                          <a:spcPts val="0"/>
                        </a:spcAft>
                        <a:buNone/>
                      </a:pPr>
                      <a:r>
                        <a:rPr lang="en-US" sz="1800">
                          <a:latin typeface="Times New Roman"/>
                          <a:ea typeface="Times New Roman"/>
                          <a:cs typeface="Times New Roman"/>
                          <a:sym typeface="Times New Roman"/>
                        </a:rPr>
                        <a:t>Description</a:t>
                      </a:r>
                      <a:endParaRPr sz="1800">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xmlns="" val="10000"/>
                  </a:ext>
                </a:extLst>
              </a:tr>
              <a:tr h="1805977">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5. </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t>Machine Learning in Supply Chain Forecasting</a:t>
                      </a:r>
                      <a:endParaRPr dirty="0"/>
                    </a:p>
                  </a:txBody>
                  <a:tcPr marL="91450" marR="91450" marT="45725" marB="45725"/>
                </a:tc>
                <a:tc>
                  <a:txBody>
                    <a:bodyPr/>
                    <a:lstStyle/>
                    <a:p>
                      <a:pPr marL="0" lvl="0" indent="0" algn="l" rtl="0">
                        <a:spcBef>
                          <a:spcPts val="0"/>
                        </a:spcBef>
                        <a:spcAft>
                          <a:spcPts val="0"/>
                        </a:spcAft>
                        <a:buNone/>
                      </a:pPr>
                      <a:r>
                        <a:rPr lang="en-US" dirty="0"/>
                        <a:t>Explains the role of machine learning in demand prediction and inventory management in food supply chains.</a:t>
                      </a:r>
                      <a:endParaRPr dirty="0"/>
                    </a:p>
                  </a:txBody>
                  <a:tcPr marL="91450" marR="91450" marT="45725" marB="45725"/>
                </a:tc>
                <a:tc>
                  <a:txBody>
                    <a:bodyPr/>
                    <a:lstStyle/>
                    <a:p>
                      <a:pPr marL="0" lvl="0" indent="0" algn="l" rtl="0">
                        <a:spcBef>
                          <a:spcPts val="0"/>
                        </a:spcBef>
                        <a:spcAft>
                          <a:spcPts val="0"/>
                        </a:spcAft>
                        <a:buNone/>
                      </a:pPr>
                      <a:r>
                        <a:rPr lang="en-US" dirty="0" err="1"/>
                        <a:t>Aniket</a:t>
                      </a:r>
                      <a:r>
                        <a:rPr lang="en-US" dirty="0"/>
                        <a:t> Ghosh &amp; Rahul Sinha</a:t>
                      </a:r>
                      <a:endParaRPr dirty="0"/>
                    </a:p>
                  </a:txBody>
                  <a:tcPr marL="91450" marR="91450" marT="45725" marB="45725"/>
                </a:tc>
                <a:tc>
                  <a:txBody>
                    <a:bodyPr/>
                    <a:lstStyle/>
                    <a:p>
                      <a:pPr marL="0" lvl="0" indent="0" algn="l" rtl="0">
                        <a:spcBef>
                          <a:spcPts val="0"/>
                        </a:spcBef>
                        <a:spcAft>
                          <a:spcPts val="0"/>
                        </a:spcAft>
                        <a:buNone/>
                      </a:pPr>
                      <a:r>
                        <a:rPr lang="en-US" dirty="0"/>
                        <a:t>Shows how AI helps optimize grain allocation based on population and past data.</a:t>
                      </a:r>
                      <a:endParaRPr dirty="0"/>
                    </a:p>
                  </a:txBody>
                  <a:tcPr marL="91450" marR="91450" marT="45725" marB="45725"/>
                </a:tc>
                <a:extLst>
                  <a:ext uri="{0D108BD9-81ED-4DB2-BD59-A6C34878D82A}">
                    <a16:rowId xmlns:a16="http://schemas.microsoft.com/office/drawing/2014/main" xmlns="" val="10001"/>
                  </a:ext>
                </a:extLst>
              </a:tr>
              <a:tr h="1805977">
                <a:tc>
                  <a:txBody>
                    <a:bodyPr/>
                    <a:lstStyle/>
                    <a:p>
                      <a:pPr marL="0" marR="0" lvl="0" indent="0" algn="l" rtl="0">
                        <a:spcBef>
                          <a:spcPts val="0"/>
                        </a:spcBef>
                        <a:spcAft>
                          <a:spcPts val="0"/>
                        </a:spcAft>
                        <a:buNone/>
                      </a:pPr>
                      <a:r>
                        <a:rPr lang="en-US" sz="1800">
                          <a:latin typeface="Times New Roman"/>
                          <a:ea typeface="Times New Roman"/>
                          <a:cs typeface="Times New Roman"/>
                          <a:sym typeface="Times New Roman"/>
                        </a:rPr>
                        <a:t>6.</a:t>
                      </a:r>
                      <a:endParaRPr sz="1800">
                        <a:latin typeface="Times New Roman"/>
                        <a:ea typeface="Times New Roman"/>
                        <a:cs typeface="Times New Roman"/>
                        <a:sym typeface="Times New Roman"/>
                      </a:endParaRPr>
                    </a:p>
                  </a:txBody>
                  <a:tcPr marL="91450" marR="91450" marT="45725" marB="45725"/>
                </a:tc>
                <a:tc>
                  <a:txBody>
                    <a:bodyPr/>
                    <a:lstStyle/>
                    <a:p>
                      <a:pPr marL="0" lvl="0" indent="0" algn="l" rtl="0">
                        <a:spcBef>
                          <a:spcPts val="0"/>
                        </a:spcBef>
                        <a:spcAft>
                          <a:spcPts val="0"/>
                        </a:spcAft>
                        <a:buNone/>
                      </a:pPr>
                      <a:r>
                        <a:rPr lang="en-US" dirty="0"/>
                        <a:t>e-Governance for Ration Distribution</a:t>
                      </a:r>
                      <a:endParaRPr dirty="0"/>
                    </a:p>
                  </a:txBody>
                  <a:tcPr marL="91450" marR="91450" marT="45725" marB="45725"/>
                </a:tc>
                <a:tc>
                  <a:txBody>
                    <a:bodyPr/>
                    <a:lstStyle/>
                    <a:p>
                      <a:pPr marL="0" lvl="0" indent="0" algn="l" rtl="0">
                        <a:spcBef>
                          <a:spcPts val="0"/>
                        </a:spcBef>
                        <a:spcAft>
                          <a:spcPts val="0"/>
                        </a:spcAft>
                        <a:buNone/>
                      </a:pPr>
                      <a:r>
                        <a:rPr lang="en-US" dirty="0"/>
                        <a:t>Describes the use of online platforms to bring transparency, tracking, and accountability in ration delivery.</a:t>
                      </a:r>
                      <a:endParaRPr dirty="0"/>
                    </a:p>
                  </a:txBody>
                  <a:tcPr marL="91450" marR="91450" marT="45725" marB="45725"/>
                </a:tc>
                <a:tc>
                  <a:txBody>
                    <a:bodyPr/>
                    <a:lstStyle/>
                    <a:p>
                      <a:pPr marL="0" lvl="0" indent="0" algn="l" rtl="0">
                        <a:spcBef>
                          <a:spcPts val="0"/>
                        </a:spcBef>
                        <a:spcAft>
                          <a:spcPts val="0"/>
                        </a:spcAft>
                        <a:buNone/>
                      </a:pPr>
                      <a:r>
                        <a:rPr lang="en-US" dirty="0"/>
                        <a:t>Ministry of Consumer Affairs</a:t>
                      </a:r>
                      <a:endParaRPr dirty="0"/>
                    </a:p>
                  </a:txBody>
                  <a:tcPr marL="91450" marR="91450" marT="45725" marB="45725"/>
                </a:tc>
                <a:tc>
                  <a:txBody>
                    <a:bodyPr/>
                    <a:lstStyle/>
                    <a:p>
                      <a:pPr marL="0" lvl="0" indent="0" algn="l" rtl="0">
                        <a:spcBef>
                          <a:spcPts val="0"/>
                        </a:spcBef>
                        <a:spcAft>
                          <a:spcPts val="0"/>
                        </a:spcAft>
                        <a:buNone/>
                      </a:pPr>
                      <a:r>
                        <a:rPr lang="en-US" dirty="0"/>
                        <a:t>Advocates for web-based portals to reduce fake ration cards and manual errors.</a:t>
                      </a:r>
                      <a:endParaRPr dirty="0"/>
                    </a:p>
                  </a:txBody>
                  <a:tcPr marL="91450" marR="91450" marT="45725" marB="45725"/>
                </a:tc>
                <a:extLst>
                  <a:ext uri="{0D108BD9-81ED-4DB2-BD59-A6C34878D82A}">
                    <a16:rowId xmlns:a16="http://schemas.microsoft.com/office/drawing/2014/main" xmlns=""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4"/>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970" name="Google Shape;970;p4"/>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971" name="Google Shape;971;p4"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972" name="Google Shape;972;p4"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973" name="Google Shape;973;p4"/>
          <p:cNvSpPr txBox="1"/>
          <p:nvPr/>
        </p:nvSpPr>
        <p:spPr>
          <a:xfrm>
            <a:off x="195828" y="1088065"/>
            <a:ext cx="8750400" cy="440372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FF0000"/>
              </a:buClr>
              <a:buSzPts val="2800"/>
              <a:buFont typeface="Arial"/>
              <a:buNone/>
            </a:pPr>
            <a:r>
              <a:rPr lang="en-US" sz="2800" b="1" i="0" u="sng" strike="noStrike" cap="none" dirty="0">
                <a:solidFill>
                  <a:srgbClr val="FF0000"/>
                </a:solidFill>
                <a:latin typeface="Times New Roman"/>
                <a:ea typeface="Times New Roman"/>
                <a:cs typeface="Times New Roman"/>
                <a:sym typeface="Times New Roman"/>
              </a:rPr>
              <a:t>PROBLEM STATEMENT</a:t>
            </a:r>
            <a:endParaRPr dirty="0"/>
          </a:p>
          <a:p>
            <a:pPr algn="ctr">
              <a:lnSpc>
                <a:spcPct val="150000"/>
              </a:lnSpc>
              <a:buSzPts val="2800"/>
            </a:pPr>
            <a:endParaRPr lang="en-US" sz="1200" b="1" u="sng" dirty="0">
              <a:solidFill>
                <a:srgbClr val="FF0000"/>
              </a:solidFill>
              <a:latin typeface="Times New Roman"/>
              <a:ea typeface="Times New Roman"/>
              <a:cs typeface="Times New Roman"/>
            </a:endParaRPr>
          </a:p>
          <a:p>
            <a:pPr marL="0" marR="0" lvl="0" indent="0" algn="just" rtl="0">
              <a:lnSpc>
                <a:spcPct val="150000"/>
              </a:lnSpc>
              <a:spcBef>
                <a:spcPts val="480"/>
              </a:spcBef>
              <a:spcAft>
                <a:spcPts val="0"/>
              </a:spcAft>
              <a:buClr>
                <a:schemeClr val="dk1"/>
              </a:buClr>
              <a:buSzPts val="2400"/>
              <a:buFont typeface="Arial"/>
              <a:buNone/>
            </a:pPr>
            <a:r>
              <a:rPr lang="en-US" sz="2400" dirty="0">
                <a:solidFill>
                  <a:schemeClr val="dk1"/>
                </a:solidFill>
                <a:latin typeface="Times New Roman"/>
                <a:ea typeface="Times New Roman"/>
                <a:cs typeface="Times New Roman"/>
                <a:sym typeface="Times New Roman"/>
              </a:rPr>
              <a:t>The current PDS is plagued by urban bias, fake ration cards, and malpractice by FPS dealers. Beneficiaries often receive less than their entitled share, and there is little recourse for complaints. Due to lack of automation and monitoring, corruption and diversion of food grains are common. A digital solution is needed to ensure fair and accountable distribution.</a:t>
            </a:r>
            <a:endParaRPr sz="2400" b="1" i="0" u="sng" strike="noStrike" cap="none">
              <a:solidFill>
                <a:schemeClr val="dk1"/>
              </a:solidFill>
              <a:latin typeface="Times New Roman"/>
              <a:ea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8"/>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09" name="Google Shape;1009;p8"/>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0" name="Google Shape;1010;p8"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11" name="Google Shape;1011;p8"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12" name="Google Shape;1012;p8"/>
          <p:cNvSpPr txBox="1"/>
          <p:nvPr/>
        </p:nvSpPr>
        <p:spPr>
          <a:xfrm>
            <a:off x="481445" y="1320545"/>
            <a:ext cx="8052900" cy="47320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i="0" u="sng" strike="noStrike" cap="none" dirty="0">
                <a:solidFill>
                  <a:srgbClr val="FF0000"/>
                </a:solidFill>
                <a:latin typeface="Times New Roman"/>
                <a:ea typeface="Times New Roman"/>
                <a:cs typeface="Times New Roman"/>
                <a:sym typeface="Times New Roman"/>
              </a:rPr>
              <a:t>OBJECTIVE</a:t>
            </a:r>
            <a:endParaRPr lang="en-US" sz="2800"/>
          </a:p>
          <a:p>
            <a:pPr marL="0" marR="0" lvl="0" indent="0" algn="ctr" rtl="0">
              <a:lnSpc>
                <a:spcPct val="100000"/>
              </a:lnSpc>
              <a:spcBef>
                <a:spcPts val="560"/>
              </a:spcBef>
              <a:spcAft>
                <a:spcPts val="0"/>
              </a:spcAft>
              <a:buClr>
                <a:schemeClr val="dk1"/>
              </a:buClr>
              <a:buSzPts val="2800"/>
              <a:buFont typeface="Arial"/>
              <a:buNone/>
            </a:pPr>
            <a:endParaRPr sz="3200" b="1" i="0" u="sng" strike="noStrike" cap="none" dirty="0">
              <a:solidFill>
                <a:srgbClr val="FF0000"/>
              </a:solidFill>
              <a:latin typeface="Times New Roman"/>
              <a:ea typeface="Times New Roman"/>
              <a:cs typeface="Times New Roman"/>
            </a:endParaRPr>
          </a:p>
          <a:p>
            <a:pPr marL="0" marR="0" lvl="0" indent="0" algn="l" rtl="0">
              <a:lnSpc>
                <a:spcPct val="100000"/>
              </a:lnSpc>
              <a:spcBef>
                <a:spcPts val="480"/>
              </a:spcBef>
              <a:spcAft>
                <a:spcPts val="0"/>
              </a:spcAft>
              <a:buNone/>
            </a:pPr>
            <a:r>
              <a:rPr lang="en-US" sz="2400" dirty="0">
                <a:latin typeface="Times New Roman"/>
              </a:rPr>
              <a:t>Develop an online e-Ration platform to:</a:t>
            </a:r>
            <a:endParaRPr sz="2400">
              <a:latin typeface="Times New Roman"/>
            </a:endParaRPr>
          </a:p>
          <a:p>
            <a:pPr marL="457200" marR="0" lvl="0" indent="-381000" algn="l" rtl="0">
              <a:lnSpc>
                <a:spcPct val="150000"/>
              </a:lnSpc>
              <a:spcBef>
                <a:spcPts val="480"/>
              </a:spcBef>
              <a:spcAft>
                <a:spcPts val="0"/>
              </a:spcAft>
              <a:buSzPts val="2400"/>
              <a:buAutoNum type="arabicPeriod"/>
            </a:pPr>
            <a:r>
              <a:rPr lang="en-US" sz="2400" dirty="0">
                <a:latin typeface="Times New Roman"/>
              </a:rPr>
              <a:t>Enable ration card holders to order groceries online.</a:t>
            </a:r>
            <a:endParaRPr sz="2400">
              <a:latin typeface="Times New Roman"/>
            </a:endParaRPr>
          </a:p>
          <a:p>
            <a:pPr marL="457200" marR="0" lvl="0" indent="-381000" algn="l" rtl="0">
              <a:lnSpc>
                <a:spcPct val="150000"/>
              </a:lnSpc>
              <a:spcBef>
                <a:spcPts val="0"/>
              </a:spcBef>
              <a:spcAft>
                <a:spcPts val="0"/>
              </a:spcAft>
              <a:buSzPts val="2400"/>
              <a:buAutoNum type="arabicPeriod"/>
            </a:pPr>
            <a:r>
              <a:rPr lang="en-US" sz="2400" dirty="0">
                <a:latin typeface="Times New Roman"/>
              </a:rPr>
              <a:t>Prevent corruption and reduce manual errors.</a:t>
            </a:r>
            <a:endParaRPr sz="2400">
              <a:latin typeface="Times New Roman"/>
            </a:endParaRPr>
          </a:p>
          <a:p>
            <a:pPr marL="457200" marR="0" lvl="0" indent="-381000" algn="l" rtl="0">
              <a:lnSpc>
                <a:spcPct val="150000"/>
              </a:lnSpc>
              <a:spcBef>
                <a:spcPts val="0"/>
              </a:spcBef>
              <a:spcAft>
                <a:spcPts val="0"/>
              </a:spcAft>
              <a:buSzPts val="2400"/>
              <a:buAutoNum type="arabicPeriod"/>
            </a:pPr>
            <a:r>
              <a:rPr lang="en-US" sz="2400" dirty="0">
                <a:latin typeface="Times New Roman"/>
              </a:rPr>
              <a:t>Provide real-time stock visibility and transparency.</a:t>
            </a:r>
            <a:endParaRPr sz="2400">
              <a:latin typeface="Times New Roman"/>
            </a:endParaRPr>
          </a:p>
          <a:p>
            <a:pPr marL="457200" marR="0" lvl="0" indent="-381000" algn="l" rtl="0">
              <a:lnSpc>
                <a:spcPct val="150000"/>
              </a:lnSpc>
              <a:spcBef>
                <a:spcPts val="0"/>
              </a:spcBef>
              <a:spcAft>
                <a:spcPts val="0"/>
              </a:spcAft>
              <a:buSzPts val="2400"/>
              <a:buAutoNum type="arabicPeriod"/>
            </a:pPr>
            <a:r>
              <a:rPr lang="en-US" sz="2400" dirty="0">
                <a:latin typeface="Times New Roman"/>
              </a:rPr>
              <a:t>Ensure rightful entitlements reach beneficiaries.</a:t>
            </a:r>
            <a:endParaRPr sz="2400">
              <a:latin typeface="Times New Roman"/>
            </a:endParaRPr>
          </a:p>
          <a:p>
            <a:pPr marL="457200" marR="0" lvl="0" indent="-355600" algn="l" rtl="0">
              <a:lnSpc>
                <a:spcPct val="150000"/>
              </a:lnSpc>
              <a:spcBef>
                <a:spcPts val="0"/>
              </a:spcBef>
              <a:spcAft>
                <a:spcPts val="0"/>
              </a:spcAft>
              <a:buSzPts val="2000"/>
              <a:buAutoNum type="arabicPeriod"/>
            </a:pPr>
            <a:r>
              <a:rPr lang="en-US" sz="2400" dirty="0">
                <a:latin typeface="Times New Roman"/>
              </a:rPr>
              <a:t>Empower users with grievance redressal tools.</a:t>
            </a:r>
            <a:endParaRPr sz="2400">
              <a:latin typeface="Times New Roman"/>
            </a:endParaRPr>
          </a:p>
          <a:p>
            <a:pPr marL="0" marR="0" lvl="0" indent="0" algn="l" rtl="0">
              <a:lnSpc>
                <a:spcPct val="100000"/>
              </a:lnSpc>
              <a:spcBef>
                <a:spcPts val="480"/>
              </a:spcBef>
              <a:spcAft>
                <a:spcPts val="0"/>
              </a:spcAft>
              <a:buNone/>
            </a:pPr>
            <a:endParaRP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9"/>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MICROSERVICES ARCHITECTURE</a:t>
            </a:r>
            <a:endParaRPr lang="en-US" sz="2800" u="sng"/>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p:txBody>
      </p:sp>
      <p:pic>
        <p:nvPicPr>
          <p:cNvPr id="7" name="Picture 6" descr="A diagram of a server&#10;&#10;AI-generated content may be incorrect.">
            <a:extLst>
              <a:ext uri="{FF2B5EF4-FFF2-40B4-BE49-F238E27FC236}">
                <a16:creationId xmlns:a16="http://schemas.microsoft.com/office/drawing/2014/main" xmlns="" id="{9B55B144-08AE-A6A4-45F6-55ED2040BA42}"/>
              </a:ext>
            </a:extLst>
          </p:cNvPr>
          <p:cNvPicPr>
            <a:picLocks noChangeAspect="1"/>
          </p:cNvPicPr>
          <p:nvPr/>
        </p:nvPicPr>
        <p:blipFill>
          <a:blip r:embed="rId5"/>
          <a:stretch>
            <a:fillRect/>
          </a:stretch>
        </p:blipFill>
        <p:spPr>
          <a:xfrm>
            <a:off x="646545" y="1718401"/>
            <a:ext cx="8081819" cy="46103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6">
          <a:extLst>
            <a:ext uri="{FF2B5EF4-FFF2-40B4-BE49-F238E27FC236}">
              <a16:creationId xmlns:a16="http://schemas.microsoft.com/office/drawing/2014/main" xmlns="" id="{6FDBD880-DACF-138D-0C2A-D26CFCD69E15}"/>
            </a:ext>
          </a:extLst>
        </p:cNvPr>
        <p:cNvGrpSpPr/>
        <p:nvPr/>
      </p:nvGrpSpPr>
      <p:grpSpPr>
        <a:xfrm>
          <a:off x="0" y="0"/>
          <a:ext cx="0" cy="0"/>
          <a:chOff x="0" y="0"/>
          <a:chExt cx="0" cy="0"/>
        </a:xfrm>
      </p:grpSpPr>
      <p:sp>
        <p:nvSpPr>
          <p:cNvPr id="1017" name="Google Shape;1017;p9">
            <a:extLst>
              <a:ext uri="{FF2B5EF4-FFF2-40B4-BE49-F238E27FC236}">
                <a16:creationId xmlns:a16="http://schemas.microsoft.com/office/drawing/2014/main" xmlns="" id="{1F689391-35BD-E61E-0700-8CA458F11AA6}"/>
              </a:ext>
            </a:extLst>
          </p:cNvPr>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a:extLst>
              <a:ext uri="{FF2B5EF4-FFF2-40B4-BE49-F238E27FC236}">
                <a16:creationId xmlns:a16="http://schemas.microsoft.com/office/drawing/2014/main" xmlns="" id="{EEC9214F-38F4-D784-854C-E71C1CD098E0}"/>
              </a:ext>
            </a:extLst>
          </p:cNvPr>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a:extLst>
              <a:ext uri="{FF2B5EF4-FFF2-40B4-BE49-F238E27FC236}">
                <a16:creationId xmlns:a16="http://schemas.microsoft.com/office/drawing/2014/main" xmlns="" id="{A62A0D9B-8510-1DA1-8495-8E7A5F9B3E00}"/>
              </a:ext>
            </a:extLst>
          </p:cNvPr>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a:extLst>
              <a:ext uri="{FF2B5EF4-FFF2-40B4-BE49-F238E27FC236}">
                <a16:creationId xmlns:a16="http://schemas.microsoft.com/office/drawing/2014/main" xmlns="" id="{31F96201-A152-55B6-B5C8-CE468CEDA784}"/>
              </a:ext>
            </a:extLst>
          </p:cNvPr>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a:extLst>
              <a:ext uri="{FF2B5EF4-FFF2-40B4-BE49-F238E27FC236}">
                <a16:creationId xmlns:a16="http://schemas.microsoft.com/office/drawing/2014/main" xmlns="" id="{338D51A5-793F-AD75-4701-7E699ADE227C}"/>
              </a:ext>
            </a:extLst>
          </p:cNvPr>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ER DIAGRAM</a:t>
            </a:r>
            <a:endParaRPr lang="en-US" sz="2800" u="sng"/>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p:txBody>
      </p:sp>
      <p:pic>
        <p:nvPicPr>
          <p:cNvPr id="2" name="Picture 1" descr="A diagram of a distribution&#10;&#10;AI-generated content may be incorrect.">
            <a:extLst>
              <a:ext uri="{FF2B5EF4-FFF2-40B4-BE49-F238E27FC236}">
                <a16:creationId xmlns:a16="http://schemas.microsoft.com/office/drawing/2014/main" xmlns="" id="{C163107E-7B70-0D12-2649-C5EA65B11C1C}"/>
              </a:ext>
            </a:extLst>
          </p:cNvPr>
          <p:cNvPicPr>
            <a:picLocks noChangeAspect="1"/>
          </p:cNvPicPr>
          <p:nvPr/>
        </p:nvPicPr>
        <p:blipFill>
          <a:blip r:embed="rId5"/>
          <a:stretch>
            <a:fillRect/>
          </a:stretch>
        </p:blipFill>
        <p:spPr>
          <a:xfrm>
            <a:off x="641935" y="1593683"/>
            <a:ext cx="7595436" cy="4881813"/>
          </a:xfrm>
          <a:prstGeom prst="rect">
            <a:avLst/>
          </a:prstGeom>
          <a:ln>
            <a:noFill/>
          </a:ln>
        </p:spPr>
      </p:pic>
    </p:spTree>
    <p:extLst>
      <p:ext uri="{BB962C8B-B14F-4D97-AF65-F5344CB8AC3E}">
        <p14:creationId xmlns:p14="http://schemas.microsoft.com/office/powerpoint/2010/main" val="2690054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9"/>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18" name="Google Shape;1018;p9"/>
          <p:cNvGraphicFramePr/>
          <p:nvPr/>
        </p:nvGraphicFramePr>
        <p:xfrm>
          <a:off x="1371600" y="76200"/>
          <a:ext cx="6477000" cy="998548"/>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450">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19" name="Google Shape;1019;p9"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20" name="Google Shape;1020;p9"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21" name="Google Shape;1021;p9"/>
          <p:cNvSpPr txBox="1"/>
          <p:nvPr/>
        </p:nvSpPr>
        <p:spPr>
          <a:xfrm>
            <a:off x="463751" y="1064042"/>
            <a:ext cx="8070850" cy="1819910"/>
          </a:xfrm>
          <a:prstGeom prst="rect">
            <a:avLst/>
          </a:prstGeom>
          <a:noFill/>
          <a:ln>
            <a:noFill/>
          </a:ln>
        </p:spPr>
        <p:txBody>
          <a:bodyPr spcFirstLastPara="1" wrap="square" lIns="91425" tIns="45700" rIns="91425" bIns="45700" anchor="t" anchorCtr="0">
            <a:spAutoFit/>
          </a:bodyPr>
          <a:lstStyle/>
          <a:p>
            <a:pPr algn="ctr"/>
            <a:r>
              <a:rPr lang="en-US" sz="2800" b="1" u="sng" dirty="0">
                <a:solidFill>
                  <a:srgbClr val="FF0000"/>
                </a:solidFill>
                <a:latin typeface="Times New Roman"/>
                <a:cs typeface="Times New Roman"/>
                <a:sym typeface="Times New Roman"/>
              </a:rPr>
              <a:t>RESULTS</a:t>
            </a:r>
            <a:endParaRPr lang="en-US" sz="2800" u="sng"/>
          </a:p>
          <a:p>
            <a:pPr marL="0" marR="0" lvl="0" indent="0" algn="just" rtl="0">
              <a:lnSpc>
                <a:spcPct val="150000"/>
              </a:lnSpc>
              <a:spcBef>
                <a:spcPts val="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0" marR="0" lvl="0" indent="0" algn="just" rtl="0">
              <a:lnSpc>
                <a:spcPct val="150000"/>
              </a:lnSpc>
              <a:spcBef>
                <a:spcPts val="100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18615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76200"/>
            <a:ext cx="9144000" cy="9906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11" name="Table 10"/>
          <p:cNvGraphicFramePr>
            <a:graphicFrameLocks noGrp="1"/>
          </p:cNvGraphicFramePr>
          <p:nvPr/>
        </p:nvGraphicFramePr>
        <p:xfrm>
          <a:off x="1371600" y="76200"/>
          <a:ext cx="6477000" cy="998728"/>
        </p:xfrm>
        <a:graphic>
          <a:graphicData uri="http://schemas.openxmlformats.org/drawingml/2006/table">
            <a:tbl>
              <a:tblPr/>
              <a:tblGrid>
                <a:gridCol w="6477000">
                  <a:extLst>
                    <a:ext uri="{9D8B030D-6E8A-4147-A177-3AD203B41FA5}">
                      <a16:colId xmlns:a16="http://schemas.microsoft.com/office/drawing/2014/main" xmlns="" val="20000"/>
                    </a:ext>
                  </a:extLst>
                </a:gridCol>
              </a:tblGrid>
              <a:tr h="192778">
                <a:tc>
                  <a:txBody>
                    <a:bodyPr/>
                    <a:lstStyle/>
                    <a:p>
                      <a:pPr marL="0" marR="0" algn="ctr">
                        <a:lnSpc>
                          <a:spcPct val="115000"/>
                        </a:lnSpc>
                        <a:spcBef>
                          <a:spcPts val="0"/>
                        </a:spcBef>
                        <a:spcAft>
                          <a:spcPts val="0"/>
                        </a:spcAft>
                        <a:tabLst>
                          <a:tab pos="2971800" algn="ctr"/>
                          <a:tab pos="5943600" algn="r"/>
                        </a:tabLst>
                      </a:pPr>
                      <a:r>
                        <a:rPr lang="en-US" sz="1100" dirty="0">
                          <a:latin typeface="Cambria" panose="02040503050406030204" pitchFamily="18" charset="0"/>
                          <a:ea typeface="Calibri" panose="020F0502020204030204"/>
                          <a:cs typeface="Times New Roman" panose="02020603050405020304"/>
                        </a:rPr>
                        <a:t>JSPM’s</a:t>
                      </a:r>
                    </a:p>
                  </a:txBody>
                  <a:tcPr marL="58967" marR="58967" marT="0" marB="0">
                    <a:lnL>
                      <a:noFill/>
                    </a:lnL>
                    <a:lnR>
                      <a:noFill/>
                    </a:lnR>
                    <a:lnT>
                      <a:noFill/>
                    </a:lnT>
                    <a:lnB>
                      <a:noFill/>
                    </a:lnB>
                  </a:tcPr>
                </a:tc>
                <a:extLst>
                  <a:ext uri="{0D108BD9-81ED-4DB2-BD59-A6C34878D82A}">
                    <a16:rowId xmlns:a16="http://schemas.microsoft.com/office/drawing/2014/main" xmlns="" val="10000"/>
                  </a:ext>
                </a:extLst>
              </a:tr>
              <a:tr h="210303">
                <a:tc>
                  <a:txBody>
                    <a:bodyPr/>
                    <a:lstStyle/>
                    <a:p>
                      <a:pPr marL="0" marR="0" algn="ctr">
                        <a:lnSpc>
                          <a:spcPct val="115000"/>
                        </a:lnSpc>
                        <a:spcBef>
                          <a:spcPts val="0"/>
                        </a:spcBef>
                        <a:spcAft>
                          <a:spcPts val="0"/>
                        </a:spcAft>
                        <a:tabLst>
                          <a:tab pos="2971800" algn="ctr"/>
                          <a:tab pos="5943600" algn="r"/>
                        </a:tabLst>
                      </a:pPr>
                      <a:r>
                        <a:rPr lang="en-US" sz="1200" b="1" dirty="0">
                          <a:latin typeface="Cambria" panose="02040503050406030204" pitchFamily="18" charset="0"/>
                          <a:ea typeface="Calibri" panose="020F0502020204030204"/>
                          <a:cs typeface="Times New Roman" panose="02020603050405020304"/>
                        </a:rPr>
                        <a:t>Imperial College of Engineering and Research,Wagholi,Pune.</a:t>
                      </a:r>
                      <a:endParaRPr lang="en-US" sz="1200" dirty="0">
                        <a:latin typeface="Cambria" panose="02040503050406030204" pitchFamily="18" charset="0"/>
                        <a:ea typeface="Calibri" panose="020F0502020204030204"/>
                        <a:cs typeface="Times New Roman" panose="02020603050405020304"/>
                      </a:endParaRPr>
                    </a:p>
                  </a:txBody>
                  <a:tcPr marL="58967" marR="58967" marT="0" marB="0">
                    <a:lnL>
                      <a:noFill/>
                    </a:lnL>
                    <a:lnR>
                      <a:noFill/>
                    </a:lnR>
                    <a:lnT>
                      <a:noFill/>
                    </a:lnT>
                    <a:lnB>
                      <a:noFill/>
                    </a:lnB>
                  </a:tcPr>
                </a:tc>
                <a:extLst>
                  <a:ext uri="{0D108BD9-81ED-4DB2-BD59-A6C34878D82A}">
                    <a16:rowId xmlns:a16="http://schemas.microsoft.com/office/drawing/2014/main" xmlns="" val="10001"/>
                  </a:ext>
                </a:extLst>
              </a:tr>
              <a:tr h="595630">
                <a:tc>
                  <a:txBody>
                    <a:bodyPr/>
                    <a:lstStyle/>
                    <a:p>
                      <a:pPr marL="0" marR="0" algn="ctr">
                        <a:lnSpc>
                          <a:spcPct val="115000"/>
                        </a:lnSpc>
                        <a:spcBef>
                          <a:spcPts val="0"/>
                        </a:spcBef>
                        <a:spcAft>
                          <a:spcPts val="0"/>
                        </a:spcAft>
                        <a:tabLst>
                          <a:tab pos="2971800" algn="ctr"/>
                          <a:tab pos="5943600" algn="r"/>
                        </a:tabLst>
                      </a:pPr>
                      <a:r>
                        <a:rPr lang="en-US" sz="900" b="1" i="1" dirty="0">
                          <a:latin typeface="Cambria" panose="02040503050406030204" pitchFamily="18" charset="0"/>
                          <a:ea typeface="Calibri" panose="020F0502020204030204"/>
                          <a:cs typeface="Times New Roman" panose="02020603050405020304"/>
                        </a:rPr>
                        <a:t>(Approved by AICTE,Delhi &amp; Govt. of Maharashtra, affiliated to Savitribai Phule Pune University)</a:t>
                      </a:r>
                      <a:endParaRPr lang="en-US" sz="900" dirty="0">
                        <a:latin typeface="Cambria" panose="02040503050406030204" pitchFamily="18" charset="0"/>
                        <a:ea typeface="Calibri" panose="020F0502020204030204"/>
                        <a:cs typeface="Times New Roman" panose="02020603050405020304"/>
                      </a:endParaRPr>
                    </a:p>
                    <a:p>
                      <a:pPr marL="0" marR="0" algn="ctr">
                        <a:lnSpc>
                          <a:spcPct val="115000"/>
                        </a:lnSpc>
                        <a:spcBef>
                          <a:spcPts val="0"/>
                        </a:spcBef>
                        <a:spcAft>
                          <a:spcPts val="0"/>
                        </a:spcAft>
                        <a:tabLst>
                          <a:tab pos="2971800" algn="ctr"/>
                          <a:tab pos="5943600" algn="r"/>
                        </a:tabLst>
                      </a:pPr>
                      <a:r>
                        <a:rPr lang="en-US" sz="1000" dirty="0">
                          <a:latin typeface="Cambria" panose="02040503050406030204" pitchFamily="18" charset="0"/>
                          <a:ea typeface="Calibri" panose="020F0502020204030204"/>
                          <a:cs typeface="Times New Roman" panose="02020603050405020304"/>
                        </a:rPr>
                        <a:t>Gat.No.720,Pune-Nagar Road,Wagholi,Pune,412207</a:t>
                      </a:r>
                    </a:p>
                    <a:p>
                      <a:pPr algn="ctr"/>
                      <a:r>
                        <a:rPr lang="en-US" sz="1200" b="1" kern="1200" dirty="0">
                          <a:solidFill>
                            <a:schemeClr val="tx1"/>
                          </a:solidFill>
                          <a:latin typeface="Cambria" panose="02040503050406030204" pitchFamily="18" charset="0"/>
                          <a:ea typeface="+mn-ea"/>
                          <a:cs typeface="+mn-cs"/>
                        </a:rPr>
                        <a:t>Department of Computer Engineering</a:t>
                      </a:r>
                    </a:p>
                  </a:txBody>
                  <a:tcPr marL="58967" marR="58967" marT="0" marB="0">
                    <a:lnL>
                      <a:noFill/>
                    </a:lnL>
                    <a:lnR>
                      <a:noFill/>
                    </a:lnR>
                    <a:lnT>
                      <a:noFill/>
                    </a:lnT>
                    <a:lnB>
                      <a:noFill/>
                    </a:lnB>
                  </a:tcPr>
                </a:tc>
                <a:extLst>
                  <a:ext uri="{0D108BD9-81ED-4DB2-BD59-A6C34878D82A}">
                    <a16:rowId xmlns:a16="http://schemas.microsoft.com/office/drawing/2014/main" xmlns="" val="10002"/>
                  </a:ext>
                </a:extLst>
              </a:tr>
            </a:tbl>
          </a:graphicData>
        </a:graphic>
      </p:graphicFrame>
      <p:pic>
        <p:nvPicPr>
          <p:cNvPr id="6151" name="Picture 11" descr="Description: Description: I:\ALL PICTURE\JSPM LOGO.JPG"/>
          <p:cNvPicPr>
            <a:picLocks noChangeAspect="1"/>
          </p:cNvPicPr>
          <p:nvPr/>
        </p:nvPicPr>
        <p:blipFill>
          <a:blip r:embed="rId2"/>
          <a:stretch>
            <a:fillRect/>
          </a:stretch>
        </p:blipFill>
        <p:spPr>
          <a:xfrm>
            <a:off x="76200" y="128588"/>
            <a:ext cx="1143000" cy="862012"/>
          </a:xfrm>
          <a:prstGeom prst="rect">
            <a:avLst/>
          </a:prstGeom>
          <a:noFill/>
          <a:ln w="9525">
            <a:noFill/>
          </a:ln>
        </p:spPr>
      </p:pic>
      <p:pic>
        <p:nvPicPr>
          <p:cNvPr id="6152" name="Picture 12" descr="C:\Users\staff\Downloads\image.png"/>
          <p:cNvPicPr>
            <a:picLocks noChangeAspect="1"/>
          </p:cNvPicPr>
          <p:nvPr/>
        </p:nvPicPr>
        <p:blipFill>
          <a:blip r:embed="rId3"/>
          <a:stretch>
            <a:fillRect/>
          </a:stretch>
        </p:blipFill>
        <p:spPr>
          <a:xfrm>
            <a:off x="8001000" y="114300"/>
            <a:ext cx="1066800" cy="876300"/>
          </a:xfrm>
          <a:prstGeom prst="rect">
            <a:avLst/>
          </a:prstGeom>
          <a:noFill/>
          <a:ln w="9525">
            <a:noFill/>
          </a:ln>
        </p:spPr>
      </p:pic>
      <p:sp>
        <p:nvSpPr>
          <p:cNvPr id="2" name="TextBox 1"/>
          <p:cNvSpPr txBox="1"/>
          <p:nvPr/>
        </p:nvSpPr>
        <p:spPr>
          <a:xfrm>
            <a:off x="538716" y="1293628"/>
            <a:ext cx="8070850" cy="4879349"/>
          </a:xfrm>
          <a:prstGeom prst="rect">
            <a:avLst/>
          </a:prstGeom>
          <a:noFill/>
        </p:spPr>
        <p:txBody>
          <a:bodyPr wrap="square" lIns="91440" tIns="45720" rIns="91440" bIns="45720" anchor="t">
            <a:spAutoFit/>
          </a:bodyPr>
          <a:lstStyle/>
          <a:p>
            <a:pPr marR="0" lvl="0" algn="ctr" defTabSz="914400" rtl="0" eaLnBrk="0" fontAlgn="base" latinLnBrk="0" hangingPunct="0">
              <a:lnSpc>
                <a:spcPct val="100000"/>
              </a:lnSpc>
              <a:spcBef>
                <a:spcPct val="20000"/>
              </a:spcBef>
              <a:spcAft>
                <a:spcPct val="0"/>
              </a:spcAft>
              <a:buClrTx/>
              <a:buSzTx/>
              <a:buFont typeface="Arial" panose="020B0604020202020204" pitchFamily="34" charset="0"/>
              <a:defRPr/>
            </a:pPr>
            <a:r>
              <a:rPr lang="en-US" sz="2800" b="1" u="sng" dirty="0">
                <a:solidFill>
                  <a:srgbClr val="FF0000"/>
                </a:solidFill>
                <a:latin typeface="Times New Roman"/>
                <a:cs typeface="Times New Roman"/>
                <a:sym typeface="+mn-ea"/>
              </a:rPr>
              <a:t>ADVANTAGES</a:t>
            </a:r>
          </a:p>
          <a:p>
            <a:pPr marL="342900" indent="-342900" algn="just">
              <a:lnSpc>
                <a:spcPct val="150000"/>
              </a:lnSpc>
              <a:spcAft>
                <a:spcPts val="800"/>
              </a:spcAft>
              <a:buFont typeface="Symbol" panose="05050102010706020507" pitchFamily="18" charset="2"/>
              <a:buChar char=""/>
            </a:pPr>
            <a:r>
              <a:rPr lang="en-US" sz="2000" dirty="0">
                <a:latin typeface="Times New Roman"/>
                <a:ea typeface="Calibri"/>
                <a:cs typeface="Times New Roman"/>
                <a:sym typeface="+mn-ea"/>
              </a:rPr>
              <a:t>Reduces corruption, ensures only genuine users benefit.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50000"/>
              </a:lnSpc>
              <a:spcAft>
                <a:spcPts val="800"/>
              </a:spcAft>
              <a:buFont typeface="Symbol" panose="05050102010706020507" pitchFamily="18" charset="2"/>
              <a:buChar char=""/>
            </a:pPr>
            <a:r>
              <a:rPr lang="en-US" sz="2000" dirty="0">
                <a:latin typeface="Times New Roman"/>
                <a:ea typeface="Calibri"/>
                <a:sym typeface="+mn-ea"/>
              </a:rPr>
              <a:t>Minimizes manual record-keeping </a:t>
            </a:r>
            <a:r>
              <a:rPr lang="en-US" sz="2000" dirty="0">
                <a:effectLst/>
                <a:latin typeface="Times New Roman"/>
                <a:ea typeface="Calibri"/>
                <a:sym typeface="+mn-ea"/>
              </a:rPr>
              <a:t>and </a:t>
            </a:r>
            <a:r>
              <a:rPr lang="en-US" sz="2000" dirty="0">
                <a:latin typeface="Times New Roman"/>
                <a:ea typeface="Calibri"/>
                <a:sym typeface="+mn-ea"/>
              </a:rPr>
              <a:t>human error.</a:t>
            </a:r>
            <a:endParaRPr lang="en-US" sz="2000" dirty="0">
              <a:latin typeface="Times New Roman"/>
              <a:ea typeface="Calibri"/>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Citizens track quotas and receipts anytime</a:t>
            </a:r>
            <a:r>
              <a:rPr lang="en-US" sz="2000" dirty="0">
                <a:ea typeface="Calibri"/>
              </a:rPr>
              <a:t>.</a:t>
            </a:r>
            <a:endParaRPr lang="en-US" sz="2000" cap="none" spc="0" normalizeH="0" baseline="0" noProof="0" dirty="0">
              <a:latin typeface="Times New Roman" panose="02020603050405020304" pitchFamily="18" charset="0"/>
              <a:ea typeface="Calibri"/>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Dealers manage stock faster, less paperwork.</a:t>
            </a: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Admins get real-time monitoring and alerts.</a:t>
            </a: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Secure login and encrypted citizen data.</a:t>
            </a: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Smart inventory forecasting prevents stock issues.</a:t>
            </a:r>
          </a:p>
          <a:p>
            <a:pPr marL="342900" indent="-342900">
              <a:lnSpc>
                <a:spcPct val="150000"/>
              </a:lnSpc>
              <a:spcAft>
                <a:spcPts val="1000"/>
              </a:spcAft>
              <a:buClrTx/>
              <a:buFont typeface="Arial" panose="020B0604020202020204" pitchFamily="34" charset="0"/>
              <a:buChar char="•"/>
              <a:tabLst>
                <a:tab pos="457200" algn="l"/>
              </a:tabLst>
              <a:defRPr/>
            </a:pPr>
            <a:endParaRPr lang="en-US" sz="2000" kern="1200" dirty="0">
              <a:latin typeface="Times New Roman" panose="02020603050405020304" pitchFamily="18" charset="0"/>
              <a:ea typeface="+mn-ea"/>
              <a:cs typeface="Times New Roman" panose="0202060305040502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1E5746-2F07-CE58-9B29-1076754F1E7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xmlns="" id="{388D7641-8DD5-CA34-3B71-9196E9380057}"/>
              </a:ext>
            </a:extLst>
          </p:cNvPr>
          <p:cNvSpPr/>
          <p:nvPr/>
        </p:nvSpPr>
        <p:spPr>
          <a:xfrm>
            <a:off x="0" y="76200"/>
            <a:ext cx="9144000" cy="9906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dirty="0">
              <a:ln>
                <a:noFill/>
              </a:ln>
              <a:solidFill>
                <a:schemeClr val="tx1"/>
              </a:solidFill>
              <a:effectLst/>
              <a:uLnTx/>
              <a:uFillTx/>
              <a:latin typeface="+mn-lt"/>
              <a:ea typeface="+mn-ea"/>
              <a:cs typeface="+mn-cs"/>
            </a:endParaRPr>
          </a:p>
        </p:txBody>
      </p:sp>
      <p:graphicFrame>
        <p:nvGraphicFramePr>
          <p:cNvPr id="11" name="Table 10">
            <a:extLst>
              <a:ext uri="{FF2B5EF4-FFF2-40B4-BE49-F238E27FC236}">
                <a16:creationId xmlns:a16="http://schemas.microsoft.com/office/drawing/2014/main" xmlns="" id="{7389B2AB-ED34-0543-2760-31719313AB27}"/>
              </a:ext>
            </a:extLst>
          </p:cNvPr>
          <p:cNvGraphicFramePr>
            <a:graphicFrameLocks noGrp="1"/>
          </p:cNvGraphicFramePr>
          <p:nvPr/>
        </p:nvGraphicFramePr>
        <p:xfrm>
          <a:off x="1371600" y="76200"/>
          <a:ext cx="6477000" cy="998728"/>
        </p:xfrm>
        <a:graphic>
          <a:graphicData uri="http://schemas.openxmlformats.org/drawingml/2006/table">
            <a:tbl>
              <a:tblPr/>
              <a:tblGrid>
                <a:gridCol w="6477000">
                  <a:extLst>
                    <a:ext uri="{9D8B030D-6E8A-4147-A177-3AD203B41FA5}">
                      <a16:colId xmlns:a16="http://schemas.microsoft.com/office/drawing/2014/main" xmlns="" val="20000"/>
                    </a:ext>
                  </a:extLst>
                </a:gridCol>
              </a:tblGrid>
              <a:tr h="192778">
                <a:tc>
                  <a:txBody>
                    <a:bodyPr/>
                    <a:lstStyle/>
                    <a:p>
                      <a:pPr marL="0" marR="0" algn="ctr">
                        <a:lnSpc>
                          <a:spcPct val="115000"/>
                        </a:lnSpc>
                        <a:spcBef>
                          <a:spcPts val="0"/>
                        </a:spcBef>
                        <a:spcAft>
                          <a:spcPts val="0"/>
                        </a:spcAft>
                        <a:tabLst>
                          <a:tab pos="2971800" algn="ctr"/>
                          <a:tab pos="5943600" algn="r"/>
                        </a:tabLst>
                      </a:pPr>
                      <a:r>
                        <a:rPr lang="en-US" sz="1100" dirty="0">
                          <a:latin typeface="Cambria" panose="02040503050406030204" pitchFamily="18" charset="0"/>
                          <a:ea typeface="Calibri" panose="020F0502020204030204"/>
                          <a:cs typeface="Times New Roman" panose="02020603050405020304"/>
                        </a:rPr>
                        <a:t>JSPM’s</a:t>
                      </a:r>
                    </a:p>
                  </a:txBody>
                  <a:tcPr marL="58967" marR="58967" marT="0" marB="0">
                    <a:lnL>
                      <a:noFill/>
                    </a:lnL>
                    <a:lnR>
                      <a:noFill/>
                    </a:lnR>
                    <a:lnT>
                      <a:noFill/>
                    </a:lnT>
                    <a:lnB>
                      <a:noFill/>
                    </a:lnB>
                  </a:tcPr>
                </a:tc>
                <a:extLst>
                  <a:ext uri="{0D108BD9-81ED-4DB2-BD59-A6C34878D82A}">
                    <a16:rowId xmlns:a16="http://schemas.microsoft.com/office/drawing/2014/main" xmlns="" val="10000"/>
                  </a:ext>
                </a:extLst>
              </a:tr>
              <a:tr h="210303">
                <a:tc>
                  <a:txBody>
                    <a:bodyPr/>
                    <a:lstStyle/>
                    <a:p>
                      <a:pPr marL="0" marR="0" algn="ctr">
                        <a:lnSpc>
                          <a:spcPct val="115000"/>
                        </a:lnSpc>
                        <a:spcBef>
                          <a:spcPts val="0"/>
                        </a:spcBef>
                        <a:spcAft>
                          <a:spcPts val="0"/>
                        </a:spcAft>
                        <a:tabLst>
                          <a:tab pos="2971800" algn="ctr"/>
                          <a:tab pos="5943600" algn="r"/>
                        </a:tabLst>
                      </a:pPr>
                      <a:r>
                        <a:rPr lang="en-US" sz="1200" b="1" dirty="0">
                          <a:latin typeface="Cambria" panose="02040503050406030204" pitchFamily="18" charset="0"/>
                          <a:ea typeface="Calibri" panose="020F0502020204030204"/>
                          <a:cs typeface="Times New Roman" panose="02020603050405020304"/>
                        </a:rPr>
                        <a:t>Imperial College of Engineering and Research,Wagholi,Pune.</a:t>
                      </a:r>
                      <a:endParaRPr lang="en-US" sz="1200" dirty="0">
                        <a:latin typeface="Cambria" panose="02040503050406030204" pitchFamily="18" charset="0"/>
                        <a:ea typeface="Calibri" panose="020F0502020204030204"/>
                        <a:cs typeface="Times New Roman" panose="02020603050405020304"/>
                      </a:endParaRPr>
                    </a:p>
                  </a:txBody>
                  <a:tcPr marL="58967" marR="58967" marT="0" marB="0">
                    <a:lnL>
                      <a:noFill/>
                    </a:lnL>
                    <a:lnR>
                      <a:noFill/>
                    </a:lnR>
                    <a:lnT>
                      <a:noFill/>
                    </a:lnT>
                    <a:lnB>
                      <a:noFill/>
                    </a:lnB>
                  </a:tcPr>
                </a:tc>
                <a:extLst>
                  <a:ext uri="{0D108BD9-81ED-4DB2-BD59-A6C34878D82A}">
                    <a16:rowId xmlns:a16="http://schemas.microsoft.com/office/drawing/2014/main" xmlns="" val="10001"/>
                  </a:ext>
                </a:extLst>
              </a:tr>
              <a:tr h="595630">
                <a:tc>
                  <a:txBody>
                    <a:bodyPr/>
                    <a:lstStyle/>
                    <a:p>
                      <a:pPr marL="0" marR="0" algn="ctr">
                        <a:lnSpc>
                          <a:spcPct val="115000"/>
                        </a:lnSpc>
                        <a:spcBef>
                          <a:spcPts val="0"/>
                        </a:spcBef>
                        <a:spcAft>
                          <a:spcPts val="0"/>
                        </a:spcAft>
                        <a:tabLst>
                          <a:tab pos="2971800" algn="ctr"/>
                          <a:tab pos="5943600" algn="r"/>
                        </a:tabLst>
                      </a:pPr>
                      <a:r>
                        <a:rPr lang="en-US" sz="900" b="1" i="1" dirty="0">
                          <a:latin typeface="Cambria" panose="02040503050406030204" pitchFamily="18" charset="0"/>
                          <a:ea typeface="Calibri" panose="020F0502020204030204"/>
                          <a:cs typeface="Times New Roman" panose="02020603050405020304"/>
                        </a:rPr>
                        <a:t>(Approved by AICTE,Delhi &amp; Govt. of Maharashtra, affiliated to Savitribai Phule Pune University)</a:t>
                      </a:r>
                      <a:endParaRPr lang="en-US" sz="900" dirty="0">
                        <a:latin typeface="Cambria" panose="02040503050406030204" pitchFamily="18" charset="0"/>
                        <a:ea typeface="Calibri" panose="020F0502020204030204"/>
                        <a:cs typeface="Times New Roman" panose="02020603050405020304"/>
                      </a:endParaRPr>
                    </a:p>
                    <a:p>
                      <a:pPr marL="0" marR="0" algn="ctr">
                        <a:lnSpc>
                          <a:spcPct val="115000"/>
                        </a:lnSpc>
                        <a:spcBef>
                          <a:spcPts val="0"/>
                        </a:spcBef>
                        <a:spcAft>
                          <a:spcPts val="0"/>
                        </a:spcAft>
                        <a:tabLst>
                          <a:tab pos="2971800" algn="ctr"/>
                          <a:tab pos="5943600" algn="r"/>
                        </a:tabLst>
                      </a:pPr>
                      <a:r>
                        <a:rPr lang="en-US" sz="1000" dirty="0">
                          <a:latin typeface="Cambria" panose="02040503050406030204" pitchFamily="18" charset="0"/>
                          <a:ea typeface="Calibri" panose="020F0502020204030204"/>
                          <a:cs typeface="Times New Roman" panose="02020603050405020304"/>
                        </a:rPr>
                        <a:t>Gat.No.720,Pune-Nagar Road,Wagholi,Pune,412207</a:t>
                      </a:r>
                    </a:p>
                    <a:p>
                      <a:pPr algn="ctr"/>
                      <a:r>
                        <a:rPr lang="en-US" sz="1200" b="1" kern="1200" dirty="0">
                          <a:solidFill>
                            <a:schemeClr val="tx1"/>
                          </a:solidFill>
                          <a:latin typeface="Cambria" panose="02040503050406030204" pitchFamily="18" charset="0"/>
                          <a:ea typeface="+mn-ea"/>
                          <a:cs typeface="+mn-cs"/>
                        </a:rPr>
                        <a:t>Department of Computer Engineering</a:t>
                      </a:r>
                    </a:p>
                  </a:txBody>
                  <a:tcPr marL="58967" marR="58967" marT="0" marB="0">
                    <a:lnL>
                      <a:noFill/>
                    </a:lnL>
                    <a:lnR>
                      <a:noFill/>
                    </a:lnR>
                    <a:lnT>
                      <a:noFill/>
                    </a:lnT>
                    <a:lnB>
                      <a:noFill/>
                    </a:lnB>
                  </a:tcPr>
                </a:tc>
                <a:extLst>
                  <a:ext uri="{0D108BD9-81ED-4DB2-BD59-A6C34878D82A}">
                    <a16:rowId xmlns:a16="http://schemas.microsoft.com/office/drawing/2014/main" xmlns="" val="10002"/>
                  </a:ext>
                </a:extLst>
              </a:tr>
            </a:tbl>
          </a:graphicData>
        </a:graphic>
      </p:graphicFrame>
      <p:pic>
        <p:nvPicPr>
          <p:cNvPr id="6151" name="Picture 11" descr="Description: Description: I:\ALL PICTURE\JSPM LOGO.JPG">
            <a:extLst>
              <a:ext uri="{FF2B5EF4-FFF2-40B4-BE49-F238E27FC236}">
                <a16:creationId xmlns:a16="http://schemas.microsoft.com/office/drawing/2014/main" xmlns="" id="{757D0E9C-C065-BF11-23F4-7E7EBAAD39CE}"/>
              </a:ext>
            </a:extLst>
          </p:cNvPr>
          <p:cNvPicPr>
            <a:picLocks noChangeAspect="1"/>
          </p:cNvPicPr>
          <p:nvPr/>
        </p:nvPicPr>
        <p:blipFill>
          <a:blip r:embed="rId2"/>
          <a:stretch>
            <a:fillRect/>
          </a:stretch>
        </p:blipFill>
        <p:spPr>
          <a:xfrm>
            <a:off x="76200" y="128588"/>
            <a:ext cx="1143000" cy="862012"/>
          </a:xfrm>
          <a:prstGeom prst="rect">
            <a:avLst/>
          </a:prstGeom>
          <a:noFill/>
          <a:ln w="9525">
            <a:noFill/>
          </a:ln>
        </p:spPr>
      </p:pic>
      <p:pic>
        <p:nvPicPr>
          <p:cNvPr id="6152" name="Picture 12" descr="C:\Users\staff\Downloads\image.png">
            <a:extLst>
              <a:ext uri="{FF2B5EF4-FFF2-40B4-BE49-F238E27FC236}">
                <a16:creationId xmlns:a16="http://schemas.microsoft.com/office/drawing/2014/main" xmlns="" id="{891173DA-9E65-165E-01BD-9640BEE2BD9C}"/>
              </a:ext>
            </a:extLst>
          </p:cNvPr>
          <p:cNvPicPr>
            <a:picLocks noChangeAspect="1"/>
          </p:cNvPicPr>
          <p:nvPr/>
        </p:nvPicPr>
        <p:blipFill>
          <a:blip r:embed="rId3"/>
          <a:stretch>
            <a:fillRect/>
          </a:stretch>
        </p:blipFill>
        <p:spPr>
          <a:xfrm>
            <a:off x="8001000" y="114300"/>
            <a:ext cx="1066800" cy="876300"/>
          </a:xfrm>
          <a:prstGeom prst="rect">
            <a:avLst/>
          </a:prstGeom>
          <a:noFill/>
          <a:ln w="9525">
            <a:noFill/>
          </a:ln>
        </p:spPr>
      </p:pic>
      <p:sp>
        <p:nvSpPr>
          <p:cNvPr id="2" name="TextBox 1">
            <a:extLst>
              <a:ext uri="{FF2B5EF4-FFF2-40B4-BE49-F238E27FC236}">
                <a16:creationId xmlns:a16="http://schemas.microsoft.com/office/drawing/2014/main" xmlns="" id="{E4D64D01-BF25-11D6-1919-1F320950C19B}"/>
              </a:ext>
            </a:extLst>
          </p:cNvPr>
          <p:cNvSpPr txBox="1"/>
          <p:nvPr/>
        </p:nvSpPr>
        <p:spPr>
          <a:xfrm>
            <a:off x="538716" y="1240465"/>
            <a:ext cx="8070850" cy="4571573"/>
          </a:xfrm>
          <a:prstGeom prst="rect">
            <a:avLst/>
          </a:prstGeom>
          <a:noFill/>
        </p:spPr>
        <p:txBody>
          <a:bodyPr wrap="square" lIns="91440" tIns="45720" rIns="91440" bIns="45720" anchor="t">
            <a:spAutoFit/>
          </a:bodyPr>
          <a:lstStyle/>
          <a:p>
            <a:pPr marR="0" lvl="0" algn="ctr" defTabSz="914400" rtl="0" eaLnBrk="0" fontAlgn="base" latinLnBrk="0" hangingPunct="0">
              <a:lnSpc>
                <a:spcPct val="100000"/>
              </a:lnSpc>
              <a:spcBef>
                <a:spcPct val="20000"/>
              </a:spcBef>
              <a:spcAft>
                <a:spcPct val="0"/>
              </a:spcAft>
              <a:buClrTx/>
              <a:buSzTx/>
              <a:buFont typeface="Arial" panose="020B0604020202020204" pitchFamily="34" charset="0"/>
              <a:defRPr/>
            </a:pPr>
            <a:r>
              <a:rPr lang="en-US" sz="2800" b="1" u="sng" dirty="0">
                <a:solidFill>
                  <a:srgbClr val="FF0000"/>
                </a:solidFill>
                <a:latin typeface="Times New Roman"/>
                <a:cs typeface="Times New Roman"/>
                <a:sym typeface="+mn-ea"/>
              </a:rPr>
              <a:t>APPLICATIONS</a:t>
            </a:r>
          </a:p>
          <a:p>
            <a:pPr marL="342900" indent="-342900" algn="just">
              <a:lnSpc>
                <a:spcPct val="150000"/>
              </a:lnSpc>
              <a:spcAft>
                <a:spcPts val="800"/>
              </a:spcAft>
              <a:buFont typeface="Symbol" panose="05050102010706020507" pitchFamily="18" charset="2"/>
              <a:buChar char=""/>
            </a:pPr>
            <a:r>
              <a:rPr lang="en-US" sz="2000" dirty="0">
                <a:latin typeface="Times New Roman"/>
                <a:ea typeface="Calibri"/>
                <a:sym typeface="+mn-ea"/>
              </a:rPr>
              <a:t>Public Distribution System (PDS): Fair and transparent ration distribution.</a:t>
            </a:r>
            <a:endParaRPr lang="en-US" sz="2000" dirty="0">
              <a:effectLst/>
              <a:latin typeface="Times New Roman"/>
              <a:ea typeface="Calibri" panose="020F0502020204030204" pitchFamily="34" charset="0"/>
            </a:endParaRPr>
          </a:p>
          <a:p>
            <a:pPr marL="342900" indent="-342900" algn="just">
              <a:lnSpc>
                <a:spcPct val="150000"/>
              </a:lnSpc>
              <a:spcAft>
                <a:spcPts val="800"/>
              </a:spcAft>
              <a:buFont typeface="Symbol" panose="05050102010706020507" pitchFamily="18" charset="2"/>
              <a:buChar char=""/>
            </a:pPr>
            <a:r>
              <a:rPr lang="en-US" sz="2000" dirty="0">
                <a:latin typeface="Times New Roman"/>
                <a:ea typeface="Calibri"/>
                <a:sym typeface="+mn-ea"/>
              </a:rPr>
              <a:t>Smart Inventory Control: Forecasting demand for food grains </a:t>
            </a:r>
            <a:r>
              <a:rPr lang="en-US" sz="2000" dirty="0">
                <a:effectLst/>
                <a:latin typeface="Times New Roman"/>
                <a:ea typeface="Calibri"/>
                <a:sym typeface="+mn-ea"/>
              </a:rPr>
              <a:t>and </a:t>
            </a:r>
            <a:r>
              <a:rPr lang="en-US" sz="2000" dirty="0">
                <a:latin typeface="Times New Roman"/>
                <a:ea typeface="Calibri"/>
              </a:rPr>
              <a:t>essentials</a:t>
            </a:r>
            <a:r>
              <a:rPr lang="en-US" sz="2000" dirty="0">
                <a:latin typeface="Times New Roman"/>
                <a:ea typeface="Calibri"/>
                <a:sym typeface="+mn-ea"/>
              </a:rPr>
              <a:t>.</a:t>
            </a:r>
            <a:endParaRPr lang="en-US" sz="2000" dirty="0">
              <a:latin typeface="Times New Roman"/>
              <a:ea typeface="Calibri"/>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Citizen Self-Service: Check quota, collect receipts, view history online.</a:t>
            </a:r>
            <a:endParaRPr lang="en-US" sz="2000">
              <a:latin typeface="Times New Roman"/>
              <a:ea typeface="Calibri"/>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Dealer Support: Easy stock tracking, ration issue, and replenishment requests.</a:t>
            </a:r>
            <a:endParaRPr lang="en-US" sz="2000">
              <a:latin typeface="Times New Roman"/>
            </a:endParaRPr>
          </a:p>
          <a:p>
            <a:pPr marL="342900" indent="-342900" algn="just">
              <a:lnSpc>
                <a:spcPct val="150000"/>
              </a:lnSpc>
              <a:spcAft>
                <a:spcPts val="800"/>
              </a:spcAft>
              <a:buFont typeface="Symbol" panose="05050102010706020507" pitchFamily="18" charset="2"/>
              <a:buChar char=""/>
              <a:tabLst>
                <a:tab pos="457200" algn="l"/>
              </a:tabLst>
              <a:defRPr/>
            </a:pPr>
            <a:r>
              <a:rPr lang="en-US" sz="2000" dirty="0">
                <a:latin typeface="Times New Roman"/>
                <a:ea typeface="Calibri"/>
              </a:rPr>
              <a:t>Government Monitoring: Real-time dashboards for policy decisions.</a:t>
            </a:r>
            <a:endParaRPr lang="en-US" dirty="0">
              <a:latin typeface="Times New Roman"/>
            </a:endParaRPr>
          </a:p>
        </p:txBody>
      </p:sp>
    </p:spTree>
    <p:extLst>
      <p:ext uri="{BB962C8B-B14F-4D97-AF65-F5344CB8AC3E}">
        <p14:creationId xmlns:p14="http://schemas.microsoft.com/office/powerpoint/2010/main" val="176731303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14"/>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28" name="Google Shape;1028;p14"/>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29" name="Google Shape;1029;p14"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30" name="Google Shape;1030;p14"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31" name="Google Shape;1031;p14"/>
          <p:cNvSpPr txBox="1"/>
          <p:nvPr/>
        </p:nvSpPr>
        <p:spPr>
          <a:xfrm>
            <a:off x="536575" y="1396180"/>
            <a:ext cx="8070900" cy="4576500"/>
          </a:xfrm>
          <a:prstGeom prst="rect">
            <a:avLst/>
          </a:prstGeom>
          <a:noFill/>
          <a:ln>
            <a:noFill/>
          </a:ln>
        </p:spPr>
        <p:txBody>
          <a:bodyPr spcFirstLastPara="1" wrap="square" lIns="91425" tIns="45700" rIns="91425" bIns="45700" anchor="t" anchorCtr="0">
            <a:spAutoFit/>
          </a:bodyPr>
          <a:lstStyle/>
          <a:p>
            <a:pPr algn="ctr">
              <a:buClr>
                <a:srgbClr val="FF0000"/>
              </a:buClr>
              <a:buSzPts val="2800"/>
            </a:pPr>
            <a:r>
              <a:rPr lang="en-US" sz="2800" b="1" u="sng" dirty="0">
                <a:solidFill>
                  <a:srgbClr val="FF0000"/>
                </a:solidFill>
                <a:latin typeface="Times New Roman"/>
                <a:ea typeface="Times New Roman"/>
                <a:cs typeface="Times New Roman"/>
                <a:sym typeface="Times New Roman"/>
              </a:rPr>
              <a:t>HARDWARE INTERFACES</a:t>
            </a:r>
            <a:endParaRPr sz="2800" b="1" i="0" u="sng"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chemeClr val="dk1"/>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Processor :-</a:t>
            </a:r>
            <a:r>
              <a:rPr lang="en-US" sz="2400" b="0" i="0" u="none" strike="noStrike" cap="none" dirty="0">
                <a:solidFill>
                  <a:srgbClr val="000000"/>
                </a:solidFill>
                <a:latin typeface="Times New Roman"/>
                <a:ea typeface="Times New Roman"/>
                <a:cs typeface="Times New Roman"/>
                <a:sym typeface="Times New Roman"/>
              </a:rPr>
              <a:t> </a:t>
            </a:r>
            <a:r>
              <a:rPr lang="en-US" sz="2400" b="0" i="0" u="none" strike="noStrike" cap="none" dirty="0">
                <a:solidFill>
                  <a:schemeClr val="dk1"/>
                </a:solidFill>
                <a:latin typeface="Times New Roman"/>
                <a:ea typeface="Times New Roman"/>
                <a:cs typeface="Times New Roman"/>
                <a:sym typeface="Times New Roman"/>
              </a:rPr>
              <a:t>Intel 5th Generation or above (i5, i7, or higher recommended for </a:t>
            </a:r>
            <a:r>
              <a:rPr lang="en-US" sz="2400" dirty="0">
                <a:solidFill>
                  <a:schemeClr val="dk1"/>
                </a:solidFill>
                <a:latin typeface="Times New Roman"/>
                <a:ea typeface="Times New Roman"/>
                <a:cs typeface="Times New Roman"/>
                <a:sym typeface="Times New Roman"/>
              </a:rPr>
              <a:t>decent CPU performance for handling multiple requests and threads efficiently.</a:t>
            </a:r>
            <a:r>
              <a:rPr lang="en-US" sz="2400" b="0" i="0" u="none" strike="noStrike" cap="none" dirty="0">
                <a:solidFill>
                  <a:schemeClr val="dk1"/>
                </a:solidFill>
                <a:latin typeface="Times New Roman"/>
                <a:ea typeface="Times New Roman"/>
                <a:cs typeface="Times New Roman"/>
                <a:sym typeface="Times New Roman"/>
              </a:rPr>
              <a:t>).</a:t>
            </a:r>
            <a:endParaRPr dirty="0">
              <a:solidFill>
                <a:schemeClr val="dk1"/>
              </a:solidFill>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Memory :- </a:t>
            </a:r>
            <a:r>
              <a:rPr lang="en-US" sz="2400" b="0" i="0" u="none" strike="noStrike" cap="none" dirty="0">
                <a:solidFill>
                  <a:schemeClr val="dk1"/>
                </a:solidFill>
                <a:latin typeface="Times New Roman"/>
                <a:ea typeface="Times New Roman"/>
                <a:cs typeface="Times New Roman"/>
                <a:sym typeface="Times New Roman"/>
              </a:rPr>
              <a:t>8 GB or above (</a:t>
            </a:r>
            <a:r>
              <a:rPr lang="en-US" sz="2400" dirty="0">
                <a:solidFill>
                  <a:schemeClr val="dk1"/>
                </a:solidFill>
                <a:latin typeface="Times New Roman"/>
                <a:ea typeface="Times New Roman"/>
                <a:cs typeface="Times New Roman"/>
                <a:sym typeface="Times New Roman"/>
              </a:rPr>
              <a:t>crucial to run the Java Virtual Machine (JVM), database (e.g., MySQL/PostgreSQL), and application server concurrently without performance lags.</a:t>
            </a:r>
            <a:r>
              <a:rPr lang="en-US" sz="2400" b="0" i="0" u="none" strike="noStrike" cap="none" dirty="0">
                <a:solidFill>
                  <a:schemeClr val="dk1"/>
                </a:solidFill>
                <a:latin typeface="Times New Roman"/>
                <a:ea typeface="Times New Roman"/>
                <a:cs typeface="Times New Roman"/>
                <a:sym typeface="Times New Roman"/>
              </a:rPr>
              <a:t>).</a:t>
            </a:r>
            <a:endParaRPr dirty="0">
              <a:solidFill>
                <a:schemeClr val="dk1"/>
              </a:solidFill>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Hard Disk :- </a:t>
            </a:r>
            <a:r>
              <a:rPr lang="en-US" sz="2400" dirty="0">
                <a:solidFill>
                  <a:schemeClr val="dk1"/>
                </a:solidFill>
                <a:latin typeface="Times New Roman"/>
                <a:ea typeface="Times New Roman"/>
                <a:cs typeface="Times New Roman"/>
                <a:sym typeface="Times New Roman"/>
              </a:rPr>
              <a:t>5</a:t>
            </a:r>
            <a:r>
              <a:rPr lang="en-US" sz="2400" b="0" i="0" u="none" strike="noStrike" cap="none" dirty="0">
                <a:solidFill>
                  <a:schemeClr val="dk1"/>
                </a:solidFill>
                <a:latin typeface="Times New Roman"/>
                <a:ea typeface="Times New Roman"/>
                <a:cs typeface="Times New Roman"/>
                <a:sym typeface="Times New Roman"/>
              </a:rPr>
              <a:t>00 GB SSD(</a:t>
            </a:r>
            <a:r>
              <a:rPr lang="en-US" sz="2400" dirty="0">
                <a:solidFill>
                  <a:schemeClr val="dk1"/>
                </a:solidFill>
                <a:latin typeface="Times New Roman"/>
                <a:ea typeface="Times New Roman"/>
                <a:cs typeface="Times New Roman"/>
                <a:sym typeface="Times New Roman"/>
              </a:rPr>
              <a:t>helps in faster application boot-up, logging, data storage, and file serving (images, reports, etc.).</a:t>
            </a: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15"/>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37" name="Google Shape;1037;p15"/>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38" name="Google Shape;1038;p15"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39" name="Google Shape;1039;p15"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40" name="Google Shape;1040;p15"/>
          <p:cNvSpPr/>
          <p:nvPr/>
        </p:nvSpPr>
        <p:spPr>
          <a:xfrm>
            <a:off x="549377" y="1297677"/>
            <a:ext cx="8315409" cy="4955203"/>
          </a:xfrm>
          <a:prstGeom prst="rect">
            <a:avLst/>
          </a:prstGeom>
          <a:noFill/>
          <a:ln>
            <a:noFill/>
          </a:ln>
        </p:spPr>
        <p:txBody>
          <a:bodyPr spcFirstLastPara="1" wrap="square" lIns="91425" tIns="45700" rIns="91425" bIns="45700" anchor="ctr" anchorCtr="0">
            <a:spAutoFit/>
          </a:bodyPr>
          <a:lstStyle/>
          <a:p>
            <a:pPr algn="ctr"/>
            <a:r>
              <a:rPr lang="en-US" sz="2800" b="1" u="sng" dirty="0">
                <a:solidFill>
                  <a:srgbClr val="FF0000"/>
                </a:solidFill>
                <a:latin typeface="Times New Roman"/>
                <a:cs typeface="Times New Roman"/>
                <a:sym typeface="Times New Roman"/>
              </a:rPr>
              <a:t>SOFTWARE REQUIREMENT</a:t>
            </a:r>
            <a:endParaRPr lang="en-US" sz="2800" u="sng"/>
          </a:p>
          <a:p>
            <a:pPr marL="0" marR="0" lvl="0" indent="0" algn="ctr" rtl="0">
              <a:lnSpc>
                <a:spcPct val="100000"/>
              </a:lnSpc>
              <a:spcBef>
                <a:spcPts val="0"/>
              </a:spcBef>
              <a:spcAft>
                <a:spcPts val="0"/>
              </a:spcAft>
              <a:buNone/>
            </a:pPr>
            <a:endParaRPr sz="2400" b="1"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Programming Language: </a:t>
            </a:r>
            <a:r>
              <a:rPr lang="en-US" sz="2400" dirty="0">
                <a:solidFill>
                  <a:schemeClr val="dk1"/>
                </a:solidFill>
                <a:latin typeface="Times New Roman"/>
                <a:ea typeface="Times New Roman"/>
                <a:cs typeface="Times New Roman"/>
                <a:sym typeface="Times New Roman"/>
              </a:rPr>
              <a:t>Java</a:t>
            </a:r>
            <a:r>
              <a:rPr lang="en-US" sz="2400" b="0" i="0" u="none" strike="noStrike" cap="none" dirty="0">
                <a:solidFill>
                  <a:schemeClr val="dk1"/>
                </a:solidFill>
                <a:latin typeface="Times New Roman"/>
                <a:ea typeface="Times New Roman"/>
                <a:cs typeface="Times New Roman"/>
                <a:sym typeface="Times New Roman"/>
              </a:rPr>
              <a:t> (Server), React(Frontend)</a:t>
            </a:r>
            <a:endParaRPr sz="24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Libraries: </a:t>
            </a:r>
            <a:endParaRPr sz="2400" b="1" i="0" u="none" strike="noStrike" cap="none" dirty="0">
              <a:solidFill>
                <a:schemeClr val="dk1"/>
              </a:solidFill>
              <a:latin typeface="Times New Roman"/>
              <a:ea typeface="Times New Roman"/>
              <a:cs typeface="Times New Roman"/>
              <a:sym typeface="Times New Roman"/>
            </a:endParaRPr>
          </a:p>
          <a:p>
            <a:pPr marL="457200" marR="0" lvl="0" indent="-374650" algn="just" rtl="0">
              <a:lnSpc>
                <a:spcPct val="100000"/>
              </a:lnSpc>
              <a:spcBef>
                <a:spcPts val="0"/>
              </a:spcBef>
              <a:spcAft>
                <a:spcPts val="0"/>
              </a:spcAft>
              <a:buClr>
                <a:schemeClr val="dk1"/>
              </a:buClr>
              <a:buSzPts val="2300"/>
              <a:buFont typeface="Times New Roman"/>
              <a:buAutoNum type="arabicPeriod"/>
            </a:pPr>
            <a:r>
              <a:rPr lang="en-US" sz="2300" dirty="0">
                <a:solidFill>
                  <a:schemeClr val="dk1"/>
                </a:solidFill>
                <a:latin typeface="Times New Roman"/>
                <a:ea typeface="Times New Roman"/>
                <a:cs typeface="Times New Roman"/>
                <a:sym typeface="Times New Roman"/>
              </a:rPr>
              <a:t>Spring Web for REST APIs, </a:t>
            </a:r>
            <a:endParaRPr sz="2300" dirty="0">
              <a:solidFill>
                <a:schemeClr val="dk1"/>
              </a:solidFill>
              <a:latin typeface="Times New Roman"/>
              <a:ea typeface="Times New Roman"/>
              <a:cs typeface="Times New Roman"/>
              <a:sym typeface="Times New Roman"/>
            </a:endParaRPr>
          </a:p>
          <a:p>
            <a:pPr marL="457200" marR="0" lvl="0" indent="-374650" algn="just" rtl="0">
              <a:lnSpc>
                <a:spcPct val="100000"/>
              </a:lnSpc>
              <a:spcBef>
                <a:spcPts val="0"/>
              </a:spcBef>
              <a:spcAft>
                <a:spcPts val="0"/>
              </a:spcAft>
              <a:buClr>
                <a:schemeClr val="dk1"/>
              </a:buClr>
              <a:buSzPts val="2300"/>
              <a:buFont typeface="Times New Roman"/>
              <a:buAutoNum type="arabicPeriod"/>
            </a:pPr>
            <a:r>
              <a:rPr lang="en-US" sz="2300" dirty="0">
                <a:solidFill>
                  <a:schemeClr val="dk1"/>
                </a:solidFill>
                <a:latin typeface="Times New Roman"/>
                <a:ea typeface="Times New Roman"/>
                <a:cs typeface="Times New Roman"/>
                <a:sym typeface="Times New Roman"/>
              </a:rPr>
              <a:t>Spring Data JPA for Database Operations</a:t>
            </a:r>
            <a:endParaRPr sz="2300" dirty="0">
              <a:solidFill>
                <a:schemeClr val="dk1"/>
              </a:solidFill>
              <a:latin typeface="Times New Roman"/>
              <a:ea typeface="Times New Roman"/>
              <a:cs typeface="Times New Roman"/>
              <a:sym typeface="Times New Roman"/>
            </a:endParaRPr>
          </a:p>
          <a:p>
            <a:pPr marL="457200" marR="0" lvl="0" indent="-374650" algn="just" rtl="0">
              <a:lnSpc>
                <a:spcPct val="100000"/>
              </a:lnSpc>
              <a:spcBef>
                <a:spcPts val="0"/>
              </a:spcBef>
              <a:spcAft>
                <a:spcPts val="0"/>
              </a:spcAft>
              <a:buClr>
                <a:schemeClr val="dk1"/>
              </a:buClr>
              <a:buSzPts val="2300"/>
              <a:buFont typeface="Times New Roman"/>
              <a:buAutoNum type="arabicPeriod"/>
            </a:pPr>
            <a:r>
              <a:rPr lang="en-US" sz="2300" dirty="0">
                <a:solidFill>
                  <a:schemeClr val="dk1"/>
                </a:solidFill>
                <a:latin typeface="Times New Roman"/>
                <a:ea typeface="Times New Roman"/>
                <a:cs typeface="Times New Roman"/>
                <a:sym typeface="Times New Roman"/>
              </a:rPr>
              <a:t>Spring Security for Authentication/Authorization.</a:t>
            </a:r>
            <a:endParaRPr sz="23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Operating System: </a:t>
            </a:r>
            <a:r>
              <a:rPr lang="en-US" sz="2400" b="0" i="0" u="none" strike="noStrike" cap="none" dirty="0">
                <a:solidFill>
                  <a:schemeClr val="dk1"/>
                </a:solidFill>
                <a:latin typeface="Times New Roman"/>
                <a:ea typeface="Times New Roman"/>
                <a:cs typeface="Times New Roman"/>
                <a:sym typeface="Times New Roman"/>
              </a:rPr>
              <a:t>Cross-platform (Windows, Linux, macOS)</a:t>
            </a:r>
            <a:endParaRPr dirty="0">
              <a:solidFill>
                <a:schemeClr val="dk1"/>
              </a:solidFill>
            </a:endParaRPr>
          </a:p>
          <a:p>
            <a:pPr marL="0" marR="0" lvl="0" indent="0" algn="just" rtl="0">
              <a:lnSpc>
                <a:spcPct val="100000"/>
              </a:lnSpc>
              <a:spcBef>
                <a:spcPts val="0"/>
              </a:spcBef>
              <a:spcAft>
                <a:spcPts val="0"/>
              </a:spcAft>
              <a:buNone/>
            </a:pPr>
            <a:endParaRPr sz="24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None/>
            </a:pPr>
            <a:r>
              <a:rPr lang="en-US" sz="2400" b="1" i="0" u="none" strike="noStrike" cap="none" dirty="0">
                <a:solidFill>
                  <a:schemeClr val="dk1"/>
                </a:solidFill>
                <a:latin typeface="Times New Roman"/>
                <a:ea typeface="Times New Roman"/>
                <a:cs typeface="Times New Roman"/>
                <a:sym typeface="Times New Roman"/>
              </a:rPr>
              <a:t>Development Environment: </a:t>
            </a:r>
            <a:r>
              <a:rPr lang="en-US" sz="2400" dirty="0">
                <a:solidFill>
                  <a:schemeClr val="dk1"/>
                </a:solidFill>
                <a:latin typeface="Times New Roman"/>
                <a:ea typeface="Times New Roman"/>
                <a:cs typeface="Times New Roman"/>
                <a:sym typeface="Times New Roman"/>
              </a:rPr>
              <a:t>VS Code, Eclipse, Spring Tool Suite, or any of choice.</a:t>
            </a:r>
            <a:endParaRPr sz="2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16"/>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46" name="Google Shape;1046;p16"/>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47" name="Google Shape;1047;p16"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48" name="Google Shape;1048;p16"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49" name="Google Shape;1049;p16"/>
          <p:cNvSpPr txBox="1"/>
          <p:nvPr/>
        </p:nvSpPr>
        <p:spPr>
          <a:xfrm>
            <a:off x="536575" y="1224574"/>
            <a:ext cx="8070900" cy="338550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i="0" u="sng" strike="noStrike" cap="none" dirty="0">
                <a:solidFill>
                  <a:srgbClr val="FF0000"/>
                </a:solidFill>
                <a:latin typeface="Times New Roman"/>
                <a:ea typeface="Times New Roman"/>
                <a:cs typeface="Times New Roman"/>
                <a:sym typeface="Times New Roman"/>
              </a:rPr>
              <a:t>CONCLUSION</a:t>
            </a:r>
            <a:endParaRPr lang="en-US" sz="2800" b="1" u="sng" dirty="0">
              <a:solidFill>
                <a:srgbClr val="FF0000"/>
              </a:solidFill>
              <a:latin typeface="Times New Roman"/>
              <a:cs typeface="Times New Roman"/>
            </a:endParaRPr>
          </a:p>
          <a:p>
            <a:pPr algn="ctr">
              <a:buSzPts val="2800"/>
            </a:pPr>
            <a:endParaRPr lang="en-US" sz="2800" b="1" dirty="0">
              <a:solidFill>
                <a:srgbClr val="FF0000"/>
              </a:solidFill>
              <a:latin typeface="Times New Roman"/>
              <a:ea typeface="Times New Roman"/>
              <a:cs typeface="Times New Roman"/>
              <a:sym typeface="Times New Roman"/>
            </a:endParaRPr>
          </a:p>
          <a:p>
            <a:pPr marL="0" lvl="0" indent="0" algn="just" rtl="0">
              <a:lnSpc>
                <a:spcPct val="115000"/>
              </a:lnSpc>
              <a:spcBef>
                <a:spcPts val="1200"/>
              </a:spcBef>
              <a:spcAft>
                <a:spcPts val="1200"/>
              </a:spcAft>
              <a:buClr>
                <a:schemeClr val="dk1"/>
              </a:buClr>
              <a:buSzPts val="1100"/>
              <a:buFont typeface="Arial"/>
              <a:buNone/>
            </a:pPr>
            <a:r>
              <a:rPr lang="en-US" sz="2400" dirty="0">
                <a:solidFill>
                  <a:schemeClr val="dk1"/>
                </a:solidFill>
                <a:latin typeface="Times New Roman"/>
                <a:ea typeface="Times New Roman"/>
                <a:cs typeface="Times New Roman"/>
                <a:sym typeface="Times New Roman"/>
              </a:rPr>
              <a:t>The e-Ration Shop aims to transform PDS by ensuring fair, transparent, and digital access to essential goods. It reduces corruption, improves user access, and supports government goals under Digital India. This system can play a vital role in making food security more reliable and citizen-focused.</a:t>
            </a:r>
            <a:endParaRPr sz="2400" dirty="0">
              <a:solidFill>
                <a:schemeClr val="dk1"/>
              </a:solidFill>
              <a:latin typeface="Times New Roman"/>
              <a:ea typeface="Times New Roman"/>
              <a:cs typeface="Times New Roman"/>
              <a:sym typeface="Times New Roman"/>
            </a:endParaRPr>
          </a:p>
        </p:txBody>
      </p:sp>
      <p:sp>
        <p:nvSpPr>
          <p:cNvPr id="1050" name="Google Shape;1050;p16"/>
          <p:cNvSpPr/>
          <p:nvPr/>
        </p:nvSpPr>
        <p:spPr>
          <a:xfrm>
            <a:off x="0" y="-323165"/>
            <a:ext cx="184731"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4">
          <a:extLst>
            <a:ext uri="{FF2B5EF4-FFF2-40B4-BE49-F238E27FC236}">
              <a16:creationId xmlns:a16="http://schemas.microsoft.com/office/drawing/2014/main" xmlns="" id="{9E363DBB-213A-7A97-53E4-4A9FBBF557C2}"/>
            </a:ext>
          </a:extLst>
        </p:cNvPr>
        <p:cNvGrpSpPr/>
        <p:nvPr/>
      </p:nvGrpSpPr>
      <p:grpSpPr>
        <a:xfrm>
          <a:off x="0" y="0"/>
          <a:ext cx="0" cy="0"/>
          <a:chOff x="0" y="0"/>
          <a:chExt cx="0" cy="0"/>
        </a:xfrm>
      </p:grpSpPr>
      <p:sp>
        <p:nvSpPr>
          <p:cNvPr id="1045" name="Google Shape;1045;p16">
            <a:extLst>
              <a:ext uri="{FF2B5EF4-FFF2-40B4-BE49-F238E27FC236}">
                <a16:creationId xmlns:a16="http://schemas.microsoft.com/office/drawing/2014/main" xmlns="" id="{9279E130-364E-0505-ECEA-1C4656438879}"/>
              </a:ext>
            </a:extLst>
          </p:cNvPr>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46" name="Google Shape;1046;p16">
            <a:extLst>
              <a:ext uri="{FF2B5EF4-FFF2-40B4-BE49-F238E27FC236}">
                <a16:creationId xmlns:a16="http://schemas.microsoft.com/office/drawing/2014/main" xmlns="" id="{6283940D-862B-0D12-45B0-D62883334573}"/>
              </a:ext>
            </a:extLst>
          </p:cNvPr>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47" name="Google Shape;1047;p16" descr="Description: Description: I:\ALL PICTURE\JSPM LOGO.JPG">
            <a:extLst>
              <a:ext uri="{FF2B5EF4-FFF2-40B4-BE49-F238E27FC236}">
                <a16:creationId xmlns:a16="http://schemas.microsoft.com/office/drawing/2014/main" xmlns="" id="{DA0D0BCF-99C9-2CB7-50E6-CEA05DB54393}"/>
              </a:ext>
            </a:extLst>
          </p:cNvPr>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48" name="Google Shape;1048;p16" descr="C:\Users\staff\Downloads\image.png">
            <a:extLst>
              <a:ext uri="{FF2B5EF4-FFF2-40B4-BE49-F238E27FC236}">
                <a16:creationId xmlns:a16="http://schemas.microsoft.com/office/drawing/2014/main" xmlns="" id="{1F771137-B352-8D0E-2ACE-C131FD1EFBA8}"/>
              </a:ext>
            </a:extLst>
          </p:cNvPr>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49" name="Google Shape;1049;p16">
            <a:extLst>
              <a:ext uri="{FF2B5EF4-FFF2-40B4-BE49-F238E27FC236}">
                <a16:creationId xmlns:a16="http://schemas.microsoft.com/office/drawing/2014/main" xmlns="" id="{AF679ADB-D504-FB35-E4BC-E4A18B3EC04F}"/>
              </a:ext>
            </a:extLst>
          </p:cNvPr>
          <p:cNvSpPr txBox="1"/>
          <p:nvPr/>
        </p:nvSpPr>
        <p:spPr>
          <a:xfrm>
            <a:off x="568473" y="1086350"/>
            <a:ext cx="8070900" cy="600160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2800"/>
              <a:buFont typeface="Arial"/>
              <a:buNone/>
            </a:pPr>
            <a:r>
              <a:rPr lang="en-US" sz="2800" b="1" u="sng" dirty="0">
                <a:solidFill>
                  <a:srgbClr val="FF0000"/>
                </a:solidFill>
                <a:latin typeface="Times New Roman"/>
                <a:cs typeface="Times New Roman"/>
                <a:sym typeface="Times New Roman"/>
              </a:rPr>
              <a:t>REFERENCES</a:t>
            </a:r>
            <a:endParaRPr lang="en-US" sz="2800" u="sng">
              <a:latin typeface="Times New Roman"/>
            </a:endParaRPr>
          </a:p>
          <a:p>
            <a:pPr marL="342900" indent="-342900" algn="just">
              <a:spcBef>
                <a:spcPts val="1200"/>
              </a:spcBef>
              <a:spcAft>
                <a:spcPts val="1200"/>
              </a:spcAft>
              <a:buSzPts val="1100"/>
              <a:buChar char="•"/>
            </a:pPr>
            <a:r>
              <a:rPr lang="en-US" sz="1800" dirty="0">
                <a:solidFill>
                  <a:srgbClr val="6130FF"/>
                </a:solidFill>
                <a:latin typeface="Times New Roman"/>
                <a:hlinkClick r:id="rId5">
                  <a:extLst>
                    <a:ext uri="{A12FA001-AC4F-418D-AE19-62706E023703}">
                      <ahyp:hlinkClr xmlns:ahyp="http://schemas.microsoft.com/office/drawing/2018/hyperlinkcolor" xmlns="" val="tx"/>
                    </a:ext>
                  </a:extLst>
                </a:hlinkClick>
              </a:rPr>
              <a:t>Vikram Singh; Vellanki Aamani; Booreddy Mounika (April 2013): Smart Ration Card. Journal of Global Research in Computer Science, Volume 4, No. 4.</a:t>
            </a:r>
            <a:endParaRPr lang="en-US" sz="1800">
              <a:solidFill>
                <a:srgbClr val="6130FF"/>
              </a:solidFill>
              <a:latin typeface="Times New Roman"/>
            </a:endParaRPr>
          </a:p>
          <a:p>
            <a:pPr marL="342900" indent="-342900" algn="just">
              <a:spcBef>
                <a:spcPts val="1200"/>
              </a:spcBef>
              <a:spcAft>
                <a:spcPts val="1200"/>
              </a:spcAft>
              <a:buSzPts val="1100"/>
              <a:buChar char="•"/>
            </a:pPr>
            <a:r>
              <a:rPr lang="en-US" sz="1800" u="sng" dirty="0">
                <a:solidFill>
                  <a:srgbClr val="6130FF"/>
                </a:solidFill>
                <a:latin typeface="Times New Roman"/>
                <a:hlinkClick r:id="rId6">
                  <a:extLst>
                    <a:ext uri="{A12FA001-AC4F-418D-AE19-62706E023703}">
                      <ahyp:hlinkClr xmlns:ahyp="http://schemas.microsoft.com/office/drawing/2018/hyperlinkcolor" xmlns="" val="tx"/>
                    </a:ext>
                  </a:extLst>
                </a:hlinkClick>
              </a:rPr>
              <a:t>A.N.Madur; Sham Nayse (July 2013): Automation in rationing system using ARM7 and RFID. International journal of innovative research in electrical, electronics, instrumentation and control engineering, Volume 1</a:t>
            </a:r>
            <a:endParaRPr lang="en-US" sz="1800" u="sng">
              <a:solidFill>
                <a:srgbClr val="6130FF"/>
              </a:solidFill>
              <a:latin typeface="Times New Roman"/>
            </a:endParaRPr>
          </a:p>
          <a:p>
            <a:pPr marL="342900" indent="-342900" algn="just">
              <a:spcBef>
                <a:spcPts val="1200"/>
              </a:spcBef>
              <a:spcAft>
                <a:spcPts val="1200"/>
              </a:spcAft>
              <a:buSzPts val="1100"/>
              <a:buChar char="•"/>
            </a:pPr>
            <a:r>
              <a:rPr lang="en-US" sz="1800" u="sng" dirty="0">
                <a:solidFill>
                  <a:srgbClr val="6130FF"/>
                </a:solidFill>
                <a:latin typeface="Times New Roman"/>
                <a:hlinkClick r:id="rId7">
                  <a:extLst>
                    <a:ext uri="{A12FA001-AC4F-418D-AE19-62706E023703}">
                      <ahyp:hlinkClr xmlns:ahyp="http://schemas.microsoft.com/office/drawing/2018/hyperlinkcolor" xmlns="" val="tx"/>
                    </a:ext>
                  </a:extLst>
                </a:hlinkClick>
              </a:rPr>
              <a:t>Kashinath Wakade; Chidrawar Pankaj; Aitwade Dinesh (April 2015): Smart Ration Distribution Partition and Power Controlling. International Journal of Scientific and Research Inventor Publication, Volume 5, Issue 4.</a:t>
            </a:r>
            <a:endParaRPr lang="en-US" sz="1800" u="sng">
              <a:solidFill>
                <a:srgbClr val="6130FF"/>
              </a:solidFill>
              <a:latin typeface="Times New Roman"/>
            </a:endParaRPr>
          </a:p>
          <a:p>
            <a:pPr marL="342900" indent="-342900" algn="just">
              <a:spcBef>
                <a:spcPts val="1200"/>
              </a:spcBef>
              <a:spcAft>
                <a:spcPts val="1200"/>
              </a:spcAft>
              <a:buSzPts val="1100"/>
              <a:buChar char="•"/>
            </a:pPr>
            <a:r>
              <a:rPr lang="en-US" sz="1800" u="sng" dirty="0">
                <a:solidFill>
                  <a:srgbClr val="6130FF"/>
                </a:solidFill>
                <a:latin typeface="Times New Roman"/>
                <a:hlinkClick r:id="rId8">
                  <a:extLst>
                    <a:ext uri="{A12FA001-AC4F-418D-AE19-62706E023703}">
                      <ahyp:hlinkClr xmlns:ahyp="http://schemas.microsoft.com/office/drawing/2018/hyperlinkcolor" xmlns="" val="tx"/>
                    </a:ext>
                  </a:extLst>
                </a:hlinkClick>
              </a:rPr>
              <a:t>Yogesh Kumar Sharma; Dr. K. B. Shivakumar; Srinidhi G. (March 2015): Biometric Device using PDS. IRF International Conference.</a:t>
            </a:r>
            <a:endParaRPr lang="en-US" sz="1800" u="sng">
              <a:solidFill>
                <a:srgbClr val="6130FF"/>
              </a:solidFill>
              <a:latin typeface="Times New Roman"/>
            </a:endParaRPr>
          </a:p>
          <a:p>
            <a:pPr marL="342900" indent="-342900" algn="just">
              <a:spcBef>
                <a:spcPts val="1200"/>
              </a:spcBef>
              <a:spcAft>
                <a:spcPts val="1200"/>
              </a:spcAft>
              <a:buSzPts val="1100"/>
              <a:buChar char="•"/>
            </a:pPr>
            <a:r>
              <a:rPr lang="en-US" sz="1800" u="sng" dirty="0">
                <a:solidFill>
                  <a:srgbClr val="6130FF"/>
                </a:solidFill>
                <a:latin typeface="Times New Roman"/>
                <a:hlinkClick r:id="rId9">
                  <a:extLst>
                    <a:ext uri="{A12FA001-AC4F-418D-AE19-62706E023703}">
                      <ahyp:hlinkClr xmlns:ahyp="http://schemas.microsoft.com/office/drawing/2018/hyperlinkcolor" xmlns="" val="tx"/>
                    </a:ext>
                  </a:extLst>
                </a:hlinkClick>
              </a:rPr>
              <a:t>E-Rationing Management System Prajakta Shinde1 , Kautubhi Shukla 2 , Shraddha Zagade3 , V. S. Kumbhar4</a:t>
            </a:r>
            <a:endParaRPr lang="en-US" sz="1800" u="sng">
              <a:solidFill>
                <a:srgbClr val="6130FF"/>
              </a:solidFill>
              <a:latin typeface="Times New Roman"/>
              <a:hlinkClick r:id="rId9">
                <a:extLst>
                  <a:ext uri="{A12FA001-AC4F-418D-AE19-62706E023703}">
                    <ahyp:hlinkClr xmlns:ahyp="http://schemas.microsoft.com/office/drawing/2018/hyperlinkcolor" xmlns="" val="tx"/>
                  </a:ext>
                </a:extLst>
              </a:hlinkClick>
            </a:endParaRPr>
          </a:p>
          <a:p>
            <a:pPr marL="342900" indent="-342900" algn="just">
              <a:spcBef>
                <a:spcPts val="1200"/>
              </a:spcBef>
              <a:spcAft>
                <a:spcPts val="1200"/>
              </a:spcAft>
              <a:buSzPts val="1100"/>
              <a:buChar char="•"/>
            </a:pPr>
            <a:endParaRPr lang="en-US" sz="2000" dirty="0">
              <a:solidFill>
                <a:schemeClr val="dk1"/>
              </a:solidFill>
              <a:latin typeface="Times New Roman"/>
            </a:endParaRPr>
          </a:p>
        </p:txBody>
      </p:sp>
      <p:sp>
        <p:nvSpPr>
          <p:cNvPr id="1050" name="Google Shape;1050;p16">
            <a:extLst>
              <a:ext uri="{FF2B5EF4-FFF2-40B4-BE49-F238E27FC236}">
                <a16:creationId xmlns:a16="http://schemas.microsoft.com/office/drawing/2014/main" xmlns="" id="{85FC654C-3F02-B2CA-57AA-D8317B64C873}"/>
              </a:ext>
            </a:extLst>
          </p:cNvPr>
          <p:cNvSpPr/>
          <p:nvPr/>
        </p:nvSpPr>
        <p:spPr>
          <a:xfrm>
            <a:off x="0" y="-323165"/>
            <a:ext cx="184731"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53721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17"/>
          <p:cNvSpPr/>
          <p:nvPr/>
        </p:nvSpPr>
        <p:spPr>
          <a:xfrm>
            <a:off x="0" y="76200"/>
            <a:ext cx="9144000" cy="990600"/>
          </a:xfrm>
          <a:prstGeom prst="rect">
            <a:avLst/>
          </a:prstGeom>
          <a:solidFill>
            <a:srgbClr val="FABF8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endParaRPr sz="1600" b="1" i="0" u="none" strike="noStrike" cap="none">
              <a:solidFill>
                <a:srgbClr val="000000"/>
              </a:solidFill>
              <a:latin typeface="Calibri"/>
              <a:ea typeface="Calibri"/>
              <a:cs typeface="Calibri"/>
              <a:sym typeface="Calibri"/>
            </a:endParaRPr>
          </a:p>
        </p:txBody>
      </p:sp>
      <p:graphicFrame>
        <p:nvGraphicFramePr>
          <p:cNvPr id="1056" name="Google Shape;1056;p17"/>
          <p:cNvGraphicFramePr/>
          <p:nvPr/>
        </p:nvGraphicFramePr>
        <p:xfrm>
          <a:off x="1371600" y="76200"/>
          <a:ext cx="6477000" cy="998723"/>
        </p:xfrm>
        <a:graphic>
          <a:graphicData uri="http://schemas.openxmlformats.org/drawingml/2006/table">
            <a:tbl>
              <a:tblPr>
                <a:noFill/>
                <a:tableStyleId>{AFAE393C-F8AA-4918-ABC8-B2812CB08CFE}</a:tableStyleId>
              </a:tblPr>
              <a:tblGrid>
                <a:gridCol w="6477000">
                  <a:extLst>
                    <a:ext uri="{9D8B030D-6E8A-4147-A177-3AD203B41FA5}">
                      <a16:colId xmlns:a16="http://schemas.microsoft.com/office/drawing/2014/main" xmlns="" val="20000"/>
                    </a:ext>
                  </a:extLst>
                </a:gridCol>
              </a:tblGrid>
              <a:tr h="192775">
                <a:tc>
                  <a:txBody>
                    <a:bodyPr/>
                    <a:lstStyle/>
                    <a:p>
                      <a:pPr marL="0" marR="0" lvl="0" indent="0" algn="ctr" rtl="0">
                        <a:lnSpc>
                          <a:spcPct val="115000"/>
                        </a:lnSpc>
                        <a:spcBef>
                          <a:spcPts val="0"/>
                        </a:spcBef>
                        <a:spcAft>
                          <a:spcPts val="0"/>
                        </a:spcAft>
                        <a:buNone/>
                      </a:pPr>
                      <a:r>
                        <a:rPr lang="en-US" sz="1100" u="none" strike="noStrike" cap="none">
                          <a:latin typeface="Cambria"/>
                          <a:ea typeface="Cambria"/>
                          <a:cs typeface="Cambria"/>
                          <a:sym typeface="Cambria"/>
                        </a:rPr>
                        <a:t>JSPM’s</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210300">
                <a:tc>
                  <a:txBody>
                    <a:bodyPr/>
                    <a:lstStyle/>
                    <a:p>
                      <a:pPr marL="0" marR="0" lvl="0" indent="0" algn="ctr" rtl="0">
                        <a:lnSpc>
                          <a:spcPct val="115000"/>
                        </a:lnSpc>
                        <a:spcBef>
                          <a:spcPts val="0"/>
                        </a:spcBef>
                        <a:spcAft>
                          <a:spcPts val="0"/>
                        </a:spcAft>
                        <a:buNone/>
                      </a:pPr>
                      <a:r>
                        <a:rPr lang="en-US" sz="1200" b="1" u="none" strike="noStrike" cap="none">
                          <a:latin typeface="Cambria"/>
                          <a:ea typeface="Cambria"/>
                          <a:cs typeface="Cambria"/>
                          <a:sym typeface="Cambria"/>
                        </a:rPr>
                        <a:t>Imperial College of Engineering and Research,Wagholi,Pune.</a:t>
                      </a:r>
                      <a:endParaRPr sz="1200" u="none" strike="noStrike" cap="none">
                        <a:latin typeface="Cambria"/>
                        <a:ea typeface="Cambria"/>
                        <a:cs typeface="Cambria"/>
                        <a:sym typeface="Cambria"/>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595625">
                <a:tc>
                  <a:txBody>
                    <a:bodyPr/>
                    <a:lstStyle/>
                    <a:p>
                      <a:pPr marL="0" marR="0" lvl="0" indent="0" algn="ctr" rtl="0">
                        <a:lnSpc>
                          <a:spcPct val="115000"/>
                        </a:lnSpc>
                        <a:spcBef>
                          <a:spcPts val="0"/>
                        </a:spcBef>
                        <a:spcAft>
                          <a:spcPts val="0"/>
                        </a:spcAft>
                        <a:buNone/>
                      </a:pPr>
                      <a:r>
                        <a:rPr lang="en-US" sz="900" b="1" i="1" u="none" strike="noStrike" cap="none">
                          <a:latin typeface="Cambria"/>
                          <a:ea typeface="Cambria"/>
                          <a:cs typeface="Cambria"/>
                          <a:sym typeface="Cambria"/>
                        </a:rPr>
                        <a:t>(Approved by AICTE,Delhi &amp; Govt. of Maharashtra, affiliated to Savitribai Phule Pune University)</a:t>
                      </a:r>
                      <a:endParaRPr sz="900" u="none" strike="noStrike" cap="none">
                        <a:latin typeface="Cambria"/>
                        <a:ea typeface="Cambria"/>
                        <a:cs typeface="Cambria"/>
                        <a:sym typeface="Cambria"/>
                      </a:endParaRPr>
                    </a:p>
                    <a:p>
                      <a:pPr marL="0" marR="0" lvl="0" indent="0" algn="ctr" rtl="0">
                        <a:lnSpc>
                          <a:spcPct val="115000"/>
                        </a:lnSpc>
                        <a:spcBef>
                          <a:spcPts val="0"/>
                        </a:spcBef>
                        <a:spcAft>
                          <a:spcPts val="0"/>
                        </a:spcAft>
                        <a:buNone/>
                      </a:pPr>
                      <a:r>
                        <a:rPr lang="en-US" sz="1000" u="none" strike="noStrike" cap="none">
                          <a:latin typeface="Cambria"/>
                          <a:ea typeface="Cambria"/>
                          <a:cs typeface="Cambria"/>
                          <a:sym typeface="Cambria"/>
                        </a:rPr>
                        <a:t>Gat.No.720,Pune-Nagar Road,Wagholi,Pune,412207</a:t>
                      </a:r>
                      <a:endParaRPr/>
                    </a:p>
                    <a:p>
                      <a:pPr marL="0" marR="0" lvl="0" indent="0" algn="ctr" rtl="0">
                        <a:spcBef>
                          <a:spcPts val="0"/>
                        </a:spcBef>
                        <a:spcAft>
                          <a:spcPts val="0"/>
                        </a:spcAft>
                        <a:buNone/>
                      </a:pPr>
                      <a:r>
                        <a:rPr lang="en-US" sz="1200" b="1" u="none" strike="noStrike" cap="none">
                          <a:solidFill>
                            <a:schemeClr val="dk1"/>
                          </a:solidFill>
                          <a:latin typeface="Cambria"/>
                          <a:ea typeface="Cambria"/>
                          <a:cs typeface="Cambria"/>
                          <a:sym typeface="Cambria"/>
                        </a:rPr>
                        <a:t>Department of Computer Engineering</a:t>
                      </a:r>
                      <a:endParaRPr/>
                    </a:p>
                  </a:txBody>
                  <a:tcPr marL="58975" marR="58975" marT="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bl>
          </a:graphicData>
        </a:graphic>
      </p:graphicFrame>
      <p:pic>
        <p:nvPicPr>
          <p:cNvPr id="1057" name="Google Shape;1057;p17" descr="Description: Description: I:\ALL PICTURE\JSPM LOGO.JPG"/>
          <p:cNvPicPr preferRelativeResize="0"/>
          <p:nvPr/>
        </p:nvPicPr>
        <p:blipFill rotWithShape="1">
          <a:blip r:embed="rId3">
            <a:alphaModFix/>
          </a:blip>
          <a:srcRect/>
          <a:stretch/>
        </p:blipFill>
        <p:spPr>
          <a:xfrm>
            <a:off x="76200" y="128588"/>
            <a:ext cx="1143000" cy="862012"/>
          </a:xfrm>
          <a:prstGeom prst="rect">
            <a:avLst/>
          </a:prstGeom>
          <a:noFill/>
          <a:ln>
            <a:noFill/>
          </a:ln>
        </p:spPr>
      </p:pic>
      <p:pic>
        <p:nvPicPr>
          <p:cNvPr id="1058" name="Google Shape;1058;p17" descr="C:\Users\staff\Downloads\image.png"/>
          <p:cNvPicPr preferRelativeResize="0"/>
          <p:nvPr/>
        </p:nvPicPr>
        <p:blipFill rotWithShape="1">
          <a:blip r:embed="rId4">
            <a:alphaModFix/>
          </a:blip>
          <a:srcRect/>
          <a:stretch/>
        </p:blipFill>
        <p:spPr>
          <a:xfrm>
            <a:off x="8001000" y="114300"/>
            <a:ext cx="1066800" cy="876300"/>
          </a:xfrm>
          <a:prstGeom prst="rect">
            <a:avLst/>
          </a:prstGeom>
          <a:noFill/>
          <a:ln>
            <a:noFill/>
          </a:ln>
        </p:spPr>
      </p:pic>
      <p:sp>
        <p:nvSpPr>
          <p:cNvPr id="1059" name="Google Shape;1059;p17"/>
          <p:cNvSpPr txBox="1"/>
          <p:nvPr/>
        </p:nvSpPr>
        <p:spPr>
          <a:xfrm>
            <a:off x="2286000" y="1905506"/>
            <a:ext cx="4572000" cy="30469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9600"/>
              <a:buFont typeface="Arial"/>
              <a:buNone/>
            </a:pPr>
            <a:r>
              <a:rPr lang="en-US" sz="9600" b="1" i="0" u="none" strike="noStrike" cap="none">
                <a:solidFill>
                  <a:srgbClr val="FF0000"/>
                </a:solidFill>
                <a:latin typeface="Times New Roman"/>
                <a:ea typeface="Times New Roman"/>
                <a:cs typeface="Times New Roman"/>
                <a:sym typeface="Times New Roman"/>
              </a:rPr>
              <a:t>Thank You</a:t>
            </a:r>
            <a:endParaRPr sz="8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Theme1">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8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9_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1536</Words>
  <Application>Microsoft Office PowerPoint</Application>
  <PresentationFormat>On-screen Show (4:3)</PresentationFormat>
  <Paragraphs>228</Paragraphs>
  <Slides>18</Slides>
  <Notes>16</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18</vt:i4>
      </vt:variant>
    </vt:vector>
  </HeadingPairs>
  <TitlesOfParts>
    <vt:vector size="34" baseType="lpstr">
      <vt:lpstr>Arial</vt:lpstr>
      <vt:lpstr>Calibri</vt:lpstr>
      <vt:lpstr>Cambria</vt:lpstr>
      <vt:lpstr>Noto Sans Symbols</vt:lpstr>
      <vt:lpstr>Symbol</vt:lpstr>
      <vt:lpstr>Times New Roman</vt:lpstr>
      <vt:lpstr>Verdana</vt:lpstr>
      <vt:lpstr>Theme1</vt:lpstr>
      <vt:lpstr>1_Theme1</vt:lpstr>
      <vt:lpstr>5_Theme1</vt:lpstr>
      <vt:lpstr>3_Theme1</vt:lpstr>
      <vt:lpstr>4_Theme1</vt:lpstr>
      <vt:lpstr>6_Theme1</vt:lpstr>
      <vt:lpstr>7_Theme1</vt:lpstr>
      <vt:lpstr>8_Theme1</vt:lpstr>
      <vt:lpstr>9_Theme1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Sanu Deokar</dc:creator>
  <cp:lastModifiedBy>USER</cp:lastModifiedBy>
  <cp:revision>181</cp:revision>
  <dcterms:created xsi:type="dcterms:W3CDTF">2023-08-27T14:12:05Z</dcterms:created>
  <dcterms:modified xsi:type="dcterms:W3CDTF">2025-09-12T13:13:33Z</dcterms:modified>
</cp:coreProperties>
</file>